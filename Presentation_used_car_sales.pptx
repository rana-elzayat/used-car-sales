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9"/>
  </p:notesMasterIdLst>
  <p:sldIdLst>
    <p:sldId id="256" r:id="rId2"/>
    <p:sldId id="294" r:id="rId3"/>
    <p:sldId id="295" r:id="rId4"/>
    <p:sldId id="296" r:id="rId5"/>
    <p:sldId id="297" r:id="rId6"/>
    <p:sldId id="321" r:id="rId7"/>
    <p:sldId id="322" r:id="rId8"/>
    <p:sldId id="298" r:id="rId9"/>
    <p:sldId id="323" r:id="rId10"/>
    <p:sldId id="299" r:id="rId11"/>
    <p:sldId id="324" r:id="rId12"/>
    <p:sldId id="325" r:id="rId13"/>
    <p:sldId id="326" r:id="rId14"/>
    <p:sldId id="329" r:id="rId15"/>
    <p:sldId id="330" r:id="rId16"/>
    <p:sldId id="328" r:id="rId17"/>
    <p:sldId id="327" r:id="rId18"/>
  </p:sldIdLst>
  <p:sldSz cx="12192000" cy="6858000"/>
  <p:notesSz cx="6858000" cy="9144000"/>
  <p:embeddedFontLst>
    <p:embeddedFont>
      <p:font typeface="Calibri" panose="020F0502020204030204" pitchFamily="34" charset="0"/>
      <p:regular r:id="rId20"/>
      <p:bold r:id="rId21"/>
    </p:embeddedFont>
    <p:embeddedFont>
      <p:font typeface="Poppins Medium" panose="00000600000000000000" pitchFamily="2" charset="0"/>
      <p:regular r:id="rId22"/>
      <p:italic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888" userDrawn="1">
          <p15:clr>
            <a:srgbClr val="A4A3A4"/>
          </p15:clr>
        </p15:guide>
        <p15:guide id="2" pos="528" userDrawn="1">
          <p15:clr>
            <a:srgbClr val="A4A3A4"/>
          </p15:clr>
        </p15:guide>
        <p15:guide id="3" pos="715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65B94"/>
    <a:srgbClr val="0D76B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1061" autoAdjust="0"/>
  </p:normalViewPr>
  <p:slideViewPr>
    <p:cSldViewPr snapToGrid="0">
      <p:cViewPr>
        <p:scale>
          <a:sx n="83" d="100"/>
          <a:sy n="83" d="100"/>
        </p:scale>
        <p:origin x="677" y="-62"/>
      </p:cViewPr>
      <p:guideLst>
        <p:guide orient="horz" pos="3888"/>
        <p:guide pos="528"/>
        <p:guide pos="715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85E4A5-61F0-4A45-A308-BB450F325CC1}" type="datetimeFigureOut">
              <a:rPr lang="en-US" smtClean="0"/>
              <a:t>8/2/2026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D22913-3848-4702-9CA6-43C445879C43}" type="slidenum">
              <a:rPr lang="en-US" smtClean="0"/>
              <a:t>‹#›</a:t>
            </a:fld>
            <a:endParaRPr lang="en-US"/>
          </a:p>
        </p:txBody>
      </p:sp>
    </p:spTree>
    <p:extLst>
      <p:ext uri="{BB962C8B-B14F-4D97-AF65-F5344CB8AC3E}">
        <p14:creationId xmlns:p14="http://schemas.microsoft.com/office/powerpoint/2010/main" val="31111202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l" defTabSz="914400" rtl="0" eaLnBrk="1" latinLnBrk="0" hangingPunct="1"/>
            <a:endParaRPr lang="en-US" dirty="0"/>
          </a:p>
        </p:txBody>
      </p:sp>
      <p:sp>
        <p:nvSpPr>
          <p:cNvPr id="4" name="Slide Number Placeholder 3"/>
          <p:cNvSpPr>
            <a:spLocks noGrp="1"/>
          </p:cNvSpPr>
          <p:nvPr>
            <p:ph type="sldNum" sz="quarter" idx="5"/>
          </p:nvPr>
        </p:nvSpPr>
        <p:spPr/>
        <p:txBody>
          <a:bodyPr/>
          <a:lstStyle/>
          <a:p>
            <a:fld id="{07D22913-3848-4702-9CA6-43C445879C43}" type="slidenum">
              <a:rPr lang="en-US" smtClean="0"/>
              <a:t>1</a:t>
            </a:fld>
            <a:endParaRPr lang="en-US"/>
          </a:p>
        </p:txBody>
      </p:sp>
    </p:spTree>
    <p:extLst>
      <p:ext uri="{BB962C8B-B14F-4D97-AF65-F5344CB8AC3E}">
        <p14:creationId xmlns:p14="http://schemas.microsoft.com/office/powerpoint/2010/main" val="23985694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EG" dirty="0"/>
          </a:p>
        </p:txBody>
      </p:sp>
      <p:sp>
        <p:nvSpPr>
          <p:cNvPr id="4" name="Slide Number Placeholder 3"/>
          <p:cNvSpPr>
            <a:spLocks noGrp="1"/>
          </p:cNvSpPr>
          <p:nvPr>
            <p:ph type="sldNum" sz="quarter" idx="5"/>
          </p:nvPr>
        </p:nvSpPr>
        <p:spPr/>
        <p:txBody>
          <a:bodyPr/>
          <a:lstStyle/>
          <a:p>
            <a:fld id="{07D22913-3848-4702-9CA6-43C445879C43}" type="slidenum">
              <a:rPr lang="en-US" smtClean="0"/>
              <a:t>3</a:t>
            </a:fld>
            <a:endParaRPr lang="en-US"/>
          </a:p>
        </p:txBody>
      </p:sp>
    </p:spTree>
    <p:extLst>
      <p:ext uri="{BB962C8B-B14F-4D97-AF65-F5344CB8AC3E}">
        <p14:creationId xmlns:p14="http://schemas.microsoft.com/office/powerpoint/2010/main" val="12507012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EG" dirty="0"/>
          </a:p>
        </p:txBody>
      </p:sp>
      <p:sp>
        <p:nvSpPr>
          <p:cNvPr id="4" name="Slide Number Placeholder 3"/>
          <p:cNvSpPr>
            <a:spLocks noGrp="1"/>
          </p:cNvSpPr>
          <p:nvPr>
            <p:ph type="sldNum" sz="quarter" idx="5"/>
          </p:nvPr>
        </p:nvSpPr>
        <p:spPr/>
        <p:txBody>
          <a:bodyPr/>
          <a:lstStyle/>
          <a:p>
            <a:fld id="{07D22913-3848-4702-9CA6-43C445879C43}" type="slidenum">
              <a:rPr lang="en-US" smtClean="0"/>
              <a:t>4</a:t>
            </a:fld>
            <a:endParaRPr lang="en-US"/>
          </a:p>
        </p:txBody>
      </p:sp>
    </p:spTree>
    <p:extLst>
      <p:ext uri="{BB962C8B-B14F-4D97-AF65-F5344CB8AC3E}">
        <p14:creationId xmlns:p14="http://schemas.microsoft.com/office/powerpoint/2010/main" val="18195378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EG" dirty="0"/>
          </a:p>
        </p:txBody>
      </p:sp>
      <p:sp>
        <p:nvSpPr>
          <p:cNvPr id="4" name="Slide Number Placeholder 3"/>
          <p:cNvSpPr>
            <a:spLocks noGrp="1"/>
          </p:cNvSpPr>
          <p:nvPr>
            <p:ph type="sldNum" sz="quarter" idx="5"/>
          </p:nvPr>
        </p:nvSpPr>
        <p:spPr/>
        <p:txBody>
          <a:bodyPr/>
          <a:lstStyle/>
          <a:p>
            <a:fld id="{07D22913-3848-4702-9CA6-43C445879C43}" type="slidenum">
              <a:rPr lang="en-US" smtClean="0"/>
              <a:t>5</a:t>
            </a:fld>
            <a:endParaRPr lang="en-US"/>
          </a:p>
        </p:txBody>
      </p:sp>
    </p:spTree>
    <p:extLst>
      <p:ext uri="{BB962C8B-B14F-4D97-AF65-F5344CB8AC3E}">
        <p14:creationId xmlns:p14="http://schemas.microsoft.com/office/powerpoint/2010/main" val="6364473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EG" dirty="0"/>
          </a:p>
        </p:txBody>
      </p:sp>
      <p:sp>
        <p:nvSpPr>
          <p:cNvPr id="4" name="Slide Number Placeholder 3"/>
          <p:cNvSpPr>
            <a:spLocks noGrp="1"/>
          </p:cNvSpPr>
          <p:nvPr>
            <p:ph type="sldNum" sz="quarter" idx="5"/>
          </p:nvPr>
        </p:nvSpPr>
        <p:spPr/>
        <p:txBody>
          <a:bodyPr/>
          <a:lstStyle/>
          <a:p>
            <a:fld id="{07D22913-3848-4702-9CA6-43C445879C43}" type="slidenum">
              <a:rPr lang="en-US" smtClean="0"/>
              <a:t>6</a:t>
            </a:fld>
            <a:endParaRPr lang="en-US"/>
          </a:p>
        </p:txBody>
      </p:sp>
    </p:spTree>
    <p:extLst>
      <p:ext uri="{BB962C8B-B14F-4D97-AF65-F5344CB8AC3E}">
        <p14:creationId xmlns:p14="http://schemas.microsoft.com/office/powerpoint/2010/main" val="28202447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EG" dirty="0"/>
          </a:p>
        </p:txBody>
      </p:sp>
      <p:sp>
        <p:nvSpPr>
          <p:cNvPr id="4" name="Slide Number Placeholder 3"/>
          <p:cNvSpPr>
            <a:spLocks noGrp="1"/>
          </p:cNvSpPr>
          <p:nvPr>
            <p:ph type="sldNum" sz="quarter" idx="5"/>
          </p:nvPr>
        </p:nvSpPr>
        <p:spPr/>
        <p:txBody>
          <a:bodyPr/>
          <a:lstStyle/>
          <a:p>
            <a:fld id="{07D22913-3848-4702-9CA6-43C445879C43}" type="slidenum">
              <a:rPr lang="en-US" smtClean="0"/>
              <a:t>7</a:t>
            </a:fld>
            <a:endParaRPr lang="en-US"/>
          </a:p>
        </p:txBody>
      </p:sp>
    </p:spTree>
    <p:extLst>
      <p:ext uri="{BB962C8B-B14F-4D97-AF65-F5344CB8AC3E}">
        <p14:creationId xmlns:p14="http://schemas.microsoft.com/office/powerpoint/2010/main" val="28603189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EG" dirty="0"/>
          </a:p>
        </p:txBody>
      </p:sp>
      <p:sp>
        <p:nvSpPr>
          <p:cNvPr id="4" name="Slide Number Placeholder 3"/>
          <p:cNvSpPr>
            <a:spLocks noGrp="1"/>
          </p:cNvSpPr>
          <p:nvPr>
            <p:ph type="sldNum" sz="quarter" idx="5"/>
          </p:nvPr>
        </p:nvSpPr>
        <p:spPr/>
        <p:txBody>
          <a:bodyPr/>
          <a:lstStyle/>
          <a:p>
            <a:fld id="{07D22913-3848-4702-9CA6-43C445879C43}" type="slidenum">
              <a:rPr lang="en-US" smtClean="0"/>
              <a:t>8</a:t>
            </a:fld>
            <a:endParaRPr lang="en-US"/>
          </a:p>
        </p:txBody>
      </p:sp>
    </p:spTree>
    <p:extLst>
      <p:ext uri="{BB962C8B-B14F-4D97-AF65-F5344CB8AC3E}">
        <p14:creationId xmlns:p14="http://schemas.microsoft.com/office/powerpoint/2010/main" val="30717845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EG" dirty="0"/>
          </a:p>
        </p:txBody>
      </p:sp>
      <p:sp>
        <p:nvSpPr>
          <p:cNvPr id="4" name="Slide Number Placeholder 3"/>
          <p:cNvSpPr>
            <a:spLocks noGrp="1"/>
          </p:cNvSpPr>
          <p:nvPr>
            <p:ph type="sldNum" sz="quarter" idx="5"/>
          </p:nvPr>
        </p:nvSpPr>
        <p:spPr/>
        <p:txBody>
          <a:bodyPr/>
          <a:lstStyle/>
          <a:p>
            <a:fld id="{07D22913-3848-4702-9CA6-43C445879C43}" type="slidenum">
              <a:rPr lang="en-US" smtClean="0"/>
              <a:t>9</a:t>
            </a:fld>
            <a:endParaRPr lang="en-US"/>
          </a:p>
        </p:txBody>
      </p:sp>
    </p:spTree>
    <p:extLst>
      <p:ext uri="{BB962C8B-B14F-4D97-AF65-F5344CB8AC3E}">
        <p14:creationId xmlns:p14="http://schemas.microsoft.com/office/powerpoint/2010/main" val="3200071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_Scholar">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B278F43A-FB5C-B2EB-F9DE-AF246B9BCDD1}"/>
              </a:ext>
            </a:extLst>
          </p:cNvPr>
          <p:cNvSpPr>
            <a:spLocks noGrp="1"/>
          </p:cNvSpPr>
          <p:nvPr>
            <p:ph type="pic" sz="quarter" idx="10"/>
          </p:nvPr>
        </p:nvSpPr>
        <p:spPr>
          <a:xfrm>
            <a:off x="6223062" y="1376475"/>
            <a:ext cx="4742246" cy="4562102"/>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a:t>Click icon to add picture</a:t>
            </a:r>
          </a:p>
        </p:txBody>
      </p:sp>
      <p:sp>
        <p:nvSpPr>
          <p:cNvPr id="3" name="Title 2">
            <a:extLst>
              <a:ext uri="{FF2B5EF4-FFF2-40B4-BE49-F238E27FC236}">
                <a16:creationId xmlns:a16="http://schemas.microsoft.com/office/drawing/2014/main" id="{A2DAEE64-3165-EBF4-F20C-C39BD64C259C}"/>
              </a:ext>
            </a:extLst>
          </p:cNvPr>
          <p:cNvSpPr>
            <a:spLocks noGrp="1"/>
          </p:cNvSpPr>
          <p:nvPr>
            <p:ph type="title"/>
          </p:nvPr>
        </p:nvSpPr>
        <p:spPr>
          <a:xfrm>
            <a:off x="652564" y="1549891"/>
            <a:ext cx="4341467" cy="978729"/>
          </a:xfrm>
        </p:spPr>
        <p:txBody>
          <a:bodyPr>
            <a:spAutoFit/>
          </a:bodyPr>
          <a:lstStyle>
            <a:lvl1pPr>
              <a:defRPr sz="3200"/>
            </a:lvl1pPr>
          </a:lstStyle>
          <a:p>
            <a:r>
              <a:rPr lang="en-US" dirty="0"/>
              <a:t>Click to edit Master title style</a:t>
            </a:r>
            <a:endParaRPr lang="en-EG" dirty="0"/>
          </a:p>
        </p:txBody>
      </p:sp>
    </p:spTree>
    <p:extLst>
      <p:ext uri="{BB962C8B-B14F-4D97-AF65-F5344CB8AC3E}">
        <p14:creationId xmlns:p14="http://schemas.microsoft.com/office/powerpoint/2010/main" val="230497937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F3CE44F-0AC8-95A4-A0BE-37EFA2F155A1}"/>
              </a:ext>
            </a:extLst>
          </p:cNvPr>
          <p:cNvSpPr>
            <a:spLocks noGrp="1"/>
          </p:cNvSpPr>
          <p:nvPr>
            <p:ph type="body" sz="quarter" idx="10"/>
          </p:nvPr>
        </p:nvSpPr>
        <p:spPr>
          <a:xfrm>
            <a:off x="652564" y="2192401"/>
            <a:ext cx="8893175" cy="3266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5" name="Title 1">
            <a:extLst>
              <a:ext uri="{FF2B5EF4-FFF2-40B4-BE49-F238E27FC236}">
                <a16:creationId xmlns:a16="http://schemas.microsoft.com/office/drawing/2014/main" id="{A75548F9-F8BC-EFDB-C687-8D0C5A936249}"/>
              </a:ext>
            </a:extLst>
          </p:cNvPr>
          <p:cNvSpPr>
            <a:spLocks noGrp="1"/>
          </p:cNvSpPr>
          <p:nvPr>
            <p:ph type="title"/>
          </p:nvPr>
        </p:nvSpPr>
        <p:spPr>
          <a:xfrm>
            <a:off x="652564" y="1399222"/>
            <a:ext cx="10515600" cy="535531"/>
          </a:xfrm>
        </p:spPr>
        <p:txBody>
          <a:bodyPr>
            <a:spAutoFit/>
          </a:bodyPr>
          <a:lstStyle>
            <a:lvl1pPr>
              <a:defRPr sz="3200"/>
            </a:lvl1pPr>
          </a:lstStyle>
          <a:p>
            <a:r>
              <a:rPr lang="en-US"/>
              <a:t>Click to edit Master title style</a:t>
            </a:r>
            <a:endParaRPr lang="en-EG"/>
          </a:p>
        </p:txBody>
      </p:sp>
    </p:spTree>
    <p:extLst>
      <p:ext uri="{BB962C8B-B14F-4D97-AF65-F5344CB8AC3E}">
        <p14:creationId xmlns:p14="http://schemas.microsoft.com/office/powerpoint/2010/main" val="53971464"/>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Schola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3817DE6-F88A-C90C-0129-AD6BC8A753B8}"/>
              </a:ext>
            </a:extLst>
          </p:cNvPr>
          <p:cNvSpPr>
            <a:spLocks noGrp="1"/>
          </p:cNvSpPr>
          <p:nvPr>
            <p:ph type="pic" sz="quarter" idx="10"/>
          </p:nvPr>
        </p:nvSpPr>
        <p:spPr>
          <a:xfrm>
            <a:off x="4324865" y="1495168"/>
            <a:ext cx="7692964" cy="4282634"/>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a:t>Click icon to add picture</a:t>
            </a:r>
          </a:p>
        </p:txBody>
      </p:sp>
      <p:sp>
        <p:nvSpPr>
          <p:cNvPr id="4" name="Title 1">
            <a:extLst>
              <a:ext uri="{FF2B5EF4-FFF2-40B4-BE49-F238E27FC236}">
                <a16:creationId xmlns:a16="http://schemas.microsoft.com/office/drawing/2014/main" id="{32FF78D9-C1A2-526F-6420-B3D76D0BD573}"/>
              </a:ext>
            </a:extLst>
          </p:cNvPr>
          <p:cNvSpPr>
            <a:spLocks noGrp="1"/>
          </p:cNvSpPr>
          <p:nvPr>
            <p:ph type="title"/>
          </p:nvPr>
        </p:nvSpPr>
        <p:spPr>
          <a:xfrm>
            <a:off x="652564" y="1495168"/>
            <a:ext cx="3405071" cy="978729"/>
          </a:xfrm>
        </p:spPr>
        <p:txBody>
          <a:bodyPr>
            <a:spAutoFit/>
          </a:bodyPr>
          <a:lstStyle>
            <a:lvl1pPr>
              <a:defRPr sz="3200"/>
            </a:lvl1pPr>
          </a:lstStyle>
          <a:p>
            <a:r>
              <a:rPr lang="en-US"/>
              <a:t>Click to edit Master title style</a:t>
            </a:r>
            <a:endParaRPr lang="en-EG"/>
          </a:p>
        </p:txBody>
      </p:sp>
    </p:spTree>
    <p:extLst>
      <p:ext uri="{BB962C8B-B14F-4D97-AF65-F5344CB8AC3E}">
        <p14:creationId xmlns:p14="http://schemas.microsoft.com/office/powerpoint/2010/main" val="353946194"/>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Schola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3817DE6-F88A-C90C-0129-AD6BC8A753B8}"/>
              </a:ext>
            </a:extLst>
          </p:cNvPr>
          <p:cNvSpPr>
            <a:spLocks noGrp="1"/>
          </p:cNvSpPr>
          <p:nvPr>
            <p:ph type="pic" sz="quarter" idx="10"/>
          </p:nvPr>
        </p:nvSpPr>
        <p:spPr>
          <a:xfrm>
            <a:off x="0" y="2376163"/>
            <a:ext cx="12192000" cy="3428999"/>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a:t>Click icon to add picture</a:t>
            </a:r>
          </a:p>
        </p:txBody>
      </p:sp>
      <p:sp>
        <p:nvSpPr>
          <p:cNvPr id="4" name="Title 1">
            <a:extLst>
              <a:ext uri="{FF2B5EF4-FFF2-40B4-BE49-F238E27FC236}">
                <a16:creationId xmlns:a16="http://schemas.microsoft.com/office/drawing/2014/main" id="{C9820320-FD11-BAF5-37F4-CF304DE64D4A}"/>
              </a:ext>
            </a:extLst>
          </p:cNvPr>
          <p:cNvSpPr>
            <a:spLocks noGrp="1"/>
          </p:cNvSpPr>
          <p:nvPr>
            <p:ph type="title"/>
          </p:nvPr>
        </p:nvSpPr>
        <p:spPr>
          <a:xfrm>
            <a:off x="652564" y="1399222"/>
            <a:ext cx="10515600" cy="535531"/>
          </a:xfrm>
        </p:spPr>
        <p:txBody>
          <a:bodyPr>
            <a:spAutoFit/>
          </a:bodyPr>
          <a:lstStyle>
            <a:lvl1pPr>
              <a:defRPr sz="3200"/>
            </a:lvl1pPr>
          </a:lstStyle>
          <a:p>
            <a:r>
              <a:rPr lang="en-US"/>
              <a:t>Click to edit Master title style</a:t>
            </a:r>
            <a:endParaRPr lang="en-EG"/>
          </a:p>
        </p:txBody>
      </p:sp>
    </p:spTree>
    <p:extLst>
      <p:ext uri="{BB962C8B-B14F-4D97-AF65-F5344CB8AC3E}">
        <p14:creationId xmlns:p14="http://schemas.microsoft.com/office/powerpoint/2010/main" val="168447565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Schola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3817DE6-F88A-C90C-0129-AD6BC8A753B8}"/>
              </a:ext>
            </a:extLst>
          </p:cNvPr>
          <p:cNvSpPr>
            <a:spLocks noGrp="1"/>
          </p:cNvSpPr>
          <p:nvPr>
            <p:ph type="pic" sz="quarter" idx="10"/>
          </p:nvPr>
        </p:nvSpPr>
        <p:spPr>
          <a:xfrm>
            <a:off x="5390699" y="1556951"/>
            <a:ext cx="2875271" cy="4241350"/>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a:t>Click icon to add picture</a:t>
            </a:r>
          </a:p>
        </p:txBody>
      </p:sp>
      <p:sp>
        <p:nvSpPr>
          <p:cNvPr id="5" name="Picture Placeholder 2">
            <a:extLst>
              <a:ext uri="{FF2B5EF4-FFF2-40B4-BE49-F238E27FC236}">
                <a16:creationId xmlns:a16="http://schemas.microsoft.com/office/drawing/2014/main" id="{3ABAD49B-FDB5-F77F-A443-0E3F5E715655}"/>
              </a:ext>
            </a:extLst>
          </p:cNvPr>
          <p:cNvSpPr>
            <a:spLocks noGrp="1"/>
          </p:cNvSpPr>
          <p:nvPr>
            <p:ph type="pic" sz="quarter" idx="11"/>
          </p:nvPr>
        </p:nvSpPr>
        <p:spPr>
          <a:xfrm>
            <a:off x="8469319" y="1546501"/>
            <a:ext cx="2875271" cy="4241350"/>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a:t>Click icon to add picture</a:t>
            </a:r>
          </a:p>
        </p:txBody>
      </p:sp>
      <p:sp>
        <p:nvSpPr>
          <p:cNvPr id="8" name="Text Placeholder 7">
            <a:extLst>
              <a:ext uri="{FF2B5EF4-FFF2-40B4-BE49-F238E27FC236}">
                <a16:creationId xmlns:a16="http://schemas.microsoft.com/office/drawing/2014/main" id="{88366EAC-19C8-6C5F-048D-4DC4B555FC08}"/>
              </a:ext>
            </a:extLst>
          </p:cNvPr>
          <p:cNvSpPr>
            <a:spLocks noGrp="1"/>
          </p:cNvSpPr>
          <p:nvPr>
            <p:ph type="body" sz="quarter" idx="12"/>
          </p:nvPr>
        </p:nvSpPr>
        <p:spPr>
          <a:xfrm>
            <a:off x="462068" y="1316734"/>
            <a:ext cx="4074856" cy="1983107"/>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Tree>
    <p:extLst>
      <p:ext uri="{BB962C8B-B14F-4D97-AF65-F5344CB8AC3E}">
        <p14:creationId xmlns:p14="http://schemas.microsoft.com/office/powerpoint/2010/main" val="255632444"/>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Scholar">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7B0C6339-CA41-2A13-E31E-C9B624A24951}"/>
              </a:ext>
            </a:extLst>
          </p:cNvPr>
          <p:cNvSpPr>
            <a:spLocks noGrp="1"/>
          </p:cNvSpPr>
          <p:nvPr>
            <p:ph type="pic" sz="quarter" idx="10"/>
          </p:nvPr>
        </p:nvSpPr>
        <p:spPr>
          <a:xfrm>
            <a:off x="838198" y="2444345"/>
            <a:ext cx="3294042" cy="2941746"/>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a:t>Click icon to add picture</a:t>
            </a:r>
          </a:p>
        </p:txBody>
      </p:sp>
      <p:sp>
        <p:nvSpPr>
          <p:cNvPr id="6" name="Picture Placeholder 2">
            <a:extLst>
              <a:ext uri="{FF2B5EF4-FFF2-40B4-BE49-F238E27FC236}">
                <a16:creationId xmlns:a16="http://schemas.microsoft.com/office/drawing/2014/main" id="{71EF183C-CE0C-2B93-D215-252B683E9483}"/>
              </a:ext>
            </a:extLst>
          </p:cNvPr>
          <p:cNvSpPr>
            <a:spLocks noGrp="1"/>
          </p:cNvSpPr>
          <p:nvPr>
            <p:ph type="pic" sz="quarter" idx="11"/>
          </p:nvPr>
        </p:nvSpPr>
        <p:spPr>
          <a:xfrm>
            <a:off x="7718112" y="1645630"/>
            <a:ext cx="3294042" cy="4383556"/>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a:t>Click icon to add picture</a:t>
            </a:r>
          </a:p>
        </p:txBody>
      </p:sp>
      <p:sp>
        <p:nvSpPr>
          <p:cNvPr id="3" name="Title 1">
            <a:extLst>
              <a:ext uri="{FF2B5EF4-FFF2-40B4-BE49-F238E27FC236}">
                <a16:creationId xmlns:a16="http://schemas.microsoft.com/office/drawing/2014/main" id="{F9818556-CB74-61E7-75FD-256A243154F6}"/>
              </a:ext>
            </a:extLst>
          </p:cNvPr>
          <p:cNvSpPr>
            <a:spLocks noGrp="1"/>
          </p:cNvSpPr>
          <p:nvPr>
            <p:ph type="title"/>
          </p:nvPr>
        </p:nvSpPr>
        <p:spPr>
          <a:xfrm>
            <a:off x="652564" y="1399222"/>
            <a:ext cx="10515600" cy="535531"/>
          </a:xfrm>
        </p:spPr>
        <p:txBody>
          <a:bodyPr>
            <a:spAutoFit/>
          </a:bodyPr>
          <a:lstStyle>
            <a:lvl1pPr>
              <a:defRPr sz="3200"/>
            </a:lvl1pPr>
          </a:lstStyle>
          <a:p>
            <a:r>
              <a:rPr lang="en-US"/>
              <a:t>Click to edit Master title style</a:t>
            </a:r>
            <a:endParaRPr lang="en-EG"/>
          </a:p>
        </p:txBody>
      </p:sp>
    </p:spTree>
    <p:extLst>
      <p:ext uri="{BB962C8B-B14F-4D97-AF65-F5344CB8AC3E}">
        <p14:creationId xmlns:p14="http://schemas.microsoft.com/office/powerpoint/2010/main" val="3435537590"/>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Schola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3817DE6-F88A-C90C-0129-AD6BC8A753B8}"/>
              </a:ext>
            </a:extLst>
          </p:cNvPr>
          <p:cNvSpPr>
            <a:spLocks noGrp="1"/>
          </p:cNvSpPr>
          <p:nvPr>
            <p:ph type="pic" sz="quarter" idx="10"/>
          </p:nvPr>
        </p:nvSpPr>
        <p:spPr>
          <a:xfrm>
            <a:off x="2277395" y="2561353"/>
            <a:ext cx="3254625" cy="2107680"/>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a:t>Click icon to add picture</a:t>
            </a:r>
          </a:p>
        </p:txBody>
      </p:sp>
      <p:sp>
        <p:nvSpPr>
          <p:cNvPr id="5" name="Picture Placeholder 2">
            <a:extLst>
              <a:ext uri="{FF2B5EF4-FFF2-40B4-BE49-F238E27FC236}">
                <a16:creationId xmlns:a16="http://schemas.microsoft.com/office/drawing/2014/main" id="{89F59937-5E08-66DF-EBE6-71F9DF9C98C7}"/>
              </a:ext>
            </a:extLst>
          </p:cNvPr>
          <p:cNvSpPr>
            <a:spLocks noGrp="1"/>
          </p:cNvSpPr>
          <p:nvPr>
            <p:ph type="pic" sz="quarter" idx="11"/>
          </p:nvPr>
        </p:nvSpPr>
        <p:spPr>
          <a:xfrm>
            <a:off x="6700171" y="2561353"/>
            <a:ext cx="3254625" cy="2107680"/>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a:t>Click icon to add picture</a:t>
            </a:r>
          </a:p>
        </p:txBody>
      </p:sp>
      <p:sp>
        <p:nvSpPr>
          <p:cNvPr id="4" name="Title 1">
            <a:extLst>
              <a:ext uri="{FF2B5EF4-FFF2-40B4-BE49-F238E27FC236}">
                <a16:creationId xmlns:a16="http://schemas.microsoft.com/office/drawing/2014/main" id="{93B3B78D-483A-DCE1-6079-3B46A85518EB}"/>
              </a:ext>
            </a:extLst>
          </p:cNvPr>
          <p:cNvSpPr>
            <a:spLocks noGrp="1"/>
          </p:cNvSpPr>
          <p:nvPr>
            <p:ph type="title"/>
          </p:nvPr>
        </p:nvSpPr>
        <p:spPr>
          <a:xfrm>
            <a:off x="652564" y="1399222"/>
            <a:ext cx="10515600" cy="535531"/>
          </a:xfrm>
        </p:spPr>
        <p:txBody>
          <a:bodyPr>
            <a:spAutoFit/>
          </a:bodyPr>
          <a:lstStyle>
            <a:lvl1pPr>
              <a:defRPr sz="3200"/>
            </a:lvl1pPr>
          </a:lstStyle>
          <a:p>
            <a:r>
              <a:rPr lang="en-US"/>
              <a:t>Click to edit Master title style</a:t>
            </a:r>
            <a:endParaRPr lang="en-EG"/>
          </a:p>
        </p:txBody>
      </p:sp>
    </p:spTree>
    <p:extLst>
      <p:ext uri="{BB962C8B-B14F-4D97-AF65-F5344CB8AC3E}">
        <p14:creationId xmlns:p14="http://schemas.microsoft.com/office/powerpoint/2010/main" val="500991943"/>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Schola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3817DE6-F88A-C90C-0129-AD6BC8A753B8}"/>
              </a:ext>
            </a:extLst>
          </p:cNvPr>
          <p:cNvSpPr>
            <a:spLocks noGrp="1"/>
          </p:cNvSpPr>
          <p:nvPr>
            <p:ph type="pic" sz="quarter" idx="10"/>
          </p:nvPr>
        </p:nvSpPr>
        <p:spPr>
          <a:xfrm>
            <a:off x="2074056" y="2231136"/>
            <a:ext cx="3254626" cy="3255264"/>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a:t>Click icon to add picture</a:t>
            </a:r>
          </a:p>
        </p:txBody>
      </p:sp>
      <p:sp>
        <p:nvSpPr>
          <p:cNvPr id="4" name="Title 1">
            <a:extLst>
              <a:ext uri="{FF2B5EF4-FFF2-40B4-BE49-F238E27FC236}">
                <a16:creationId xmlns:a16="http://schemas.microsoft.com/office/drawing/2014/main" id="{B39FEAE8-5AF9-03B3-0844-DDBF6CB135A3}"/>
              </a:ext>
            </a:extLst>
          </p:cNvPr>
          <p:cNvSpPr>
            <a:spLocks noGrp="1"/>
          </p:cNvSpPr>
          <p:nvPr>
            <p:ph type="title"/>
          </p:nvPr>
        </p:nvSpPr>
        <p:spPr>
          <a:xfrm>
            <a:off x="652564" y="1399222"/>
            <a:ext cx="10515600" cy="535531"/>
          </a:xfrm>
        </p:spPr>
        <p:txBody>
          <a:bodyPr>
            <a:spAutoFit/>
          </a:bodyPr>
          <a:lstStyle>
            <a:lvl1pPr>
              <a:defRPr sz="3200"/>
            </a:lvl1pPr>
          </a:lstStyle>
          <a:p>
            <a:r>
              <a:rPr lang="en-US"/>
              <a:t>Click to edit Master title style</a:t>
            </a:r>
            <a:endParaRPr lang="en-EG"/>
          </a:p>
        </p:txBody>
      </p:sp>
    </p:spTree>
    <p:extLst>
      <p:ext uri="{BB962C8B-B14F-4D97-AF65-F5344CB8AC3E}">
        <p14:creationId xmlns:p14="http://schemas.microsoft.com/office/powerpoint/2010/main" val="3339311191"/>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Schola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3817DE6-F88A-C90C-0129-AD6BC8A753B8}"/>
              </a:ext>
            </a:extLst>
          </p:cNvPr>
          <p:cNvSpPr>
            <a:spLocks noGrp="1"/>
          </p:cNvSpPr>
          <p:nvPr>
            <p:ph type="pic" sz="quarter" idx="10"/>
          </p:nvPr>
        </p:nvSpPr>
        <p:spPr>
          <a:xfrm>
            <a:off x="4891731" y="1426865"/>
            <a:ext cx="5869214" cy="2943907"/>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a:t>Click icon to add picture</a:t>
            </a:r>
          </a:p>
        </p:txBody>
      </p:sp>
      <p:sp>
        <p:nvSpPr>
          <p:cNvPr id="4" name="Title 1">
            <a:extLst>
              <a:ext uri="{FF2B5EF4-FFF2-40B4-BE49-F238E27FC236}">
                <a16:creationId xmlns:a16="http://schemas.microsoft.com/office/drawing/2014/main" id="{779BD62F-0B76-88A2-E29D-59829B77CDB6}"/>
              </a:ext>
            </a:extLst>
          </p:cNvPr>
          <p:cNvSpPr>
            <a:spLocks noGrp="1"/>
          </p:cNvSpPr>
          <p:nvPr>
            <p:ph type="title"/>
          </p:nvPr>
        </p:nvSpPr>
        <p:spPr>
          <a:xfrm>
            <a:off x="662612" y="1600282"/>
            <a:ext cx="3929484" cy="978729"/>
          </a:xfrm>
        </p:spPr>
        <p:txBody>
          <a:bodyPr>
            <a:spAutoFit/>
          </a:bodyPr>
          <a:lstStyle>
            <a:lvl1pPr>
              <a:defRPr sz="3200"/>
            </a:lvl1pPr>
          </a:lstStyle>
          <a:p>
            <a:r>
              <a:rPr lang="en-US"/>
              <a:t>Click to edit Master title style</a:t>
            </a:r>
            <a:endParaRPr lang="en-EG"/>
          </a:p>
        </p:txBody>
      </p:sp>
    </p:spTree>
    <p:extLst>
      <p:ext uri="{BB962C8B-B14F-4D97-AF65-F5344CB8AC3E}">
        <p14:creationId xmlns:p14="http://schemas.microsoft.com/office/powerpoint/2010/main" val="501266988"/>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8_Schola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3817DE6-F88A-C90C-0129-AD6BC8A753B8}"/>
              </a:ext>
            </a:extLst>
          </p:cNvPr>
          <p:cNvSpPr>
            <a:spLocks noGrp="1"/>
          </p:cNvSpPr>
          <p:nvPr>
            <p:ph type="pic" sz="quarter" idx="10"/>
          </p:nvPr>
        </p:nvSpPr>
        <p:spPr>
          <a:xfrm>
            <a:off x="5225143" y="1589524"/>
            <a:ext cx="6966857" cy="4247362"/>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a:t>Click icon to add picture</a:t>
            </a:r>
          </a:p>
        </p:txBody>
      </p:sp>
      <p:sp>
        <p:nvSpPr>
          <p:cNvPr id="4" name="Title 1">
            <a:extLst>
              <a:ext uri="{FF2B5EF4-FFF2-40B4-BE49-F238E27FC236}">
                <a16:creationId xmlns:a16="http://schemas.microsoft.com/office/drawing/2014/main" id="{9FF799DE-AC33-6FB4-AA25-AEF9862EAB76}"/>
              </a:ext>
            </a:extLst>
          </p:cNvPr>
          <p:cNvSpPr>
            <a:spLocks noGrp="1"/>
          </p:cNvSpPr>
          <p:nvPr>
            <p:ph type="title"/>
          </p:nvPr>
        </p:nvSpPr>
        <p:spPr>
          <a:xfrm>
            <a:off x="662612" y="1589524"/>
            <a:ext cx="3658179" cy="978729"/>
          </a:xfrm>
        </p:spPr>
        <p:txBody>
          <a:bodyPr>
            <a:spAutoFit/>
          </a:bodyPr>
          <a:lstStyle>
            <a:lvl1pPr>
              <a:defRPr sz="3200"/>
            </a:lvl1pPr>
          </a:lstStyle>
          <a:p>
            <a:r>
              <a:rPr lang="en-US"/>
              <a:t>Click to edit Master title style</a:t>
            </a:r>
            <a:endParaRPr lang="en-EG"/>
          </a:p>
        </p:txBody>
      </p:sp>
    </p:spTree>
    <p:extLst>
      <p:ext uri="{BB962C8B-B14F-4D97-AF65-F5344CB8AC3E}">
        <p14:creationId xmlns:p14="http://schemas.microsoft.com/office/powerpoint/2010/main" val="512768418"/>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9_Schola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3817DE6-F88A-C90C-0129-AD6BC8A753B8}"/>
              </a:ext>
            </a:extLst>
          </p:cNvPr>
          <p:cNvSpPr>
            <a:spLocks noGrp="1"/>
          </p:cNvSpPr>
          <p:nvPr>
            <p:ph type="pic" sz="quarter" idx="10"/>
          </p:nvPr>
        </p:nvSpPr>
        <p:spPr>
          <a:xfrm>
            <a:off x="540712" y="1320323"/>
            <a:ext cx="4204740" cy="4982782"/>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a:t>Click icon to add picture</a:t>
            </a:r>
          </a:p>
        </p:txBody>
      </p:sp>
      <p:sp>
        <p:nvSpPr>
          <p:cNvPr id="4" name="Title 1">
            <a:extLst>
              <a:ext uri="{FF2B5EF4-FFF2-40B4-BE49-F238E27FC236}">
                <a16:creationId xmlns:a16="http://schemas.microsoft.com/office/drawing/2014/main" id="{12D27499-F706-FAB7-D036-ED85BD77031E}"/>
              </a:ext>
            </a:extLst>
          </p:cNvPr>
          <p:cNvSpPr>
            <a:spLocks noGrp="1"/>
          </p:cNvSpPr>
          <p:nvPr>
            <p:ph type="title"/>
          </p:nvPr>
        </p:nvSpPr>
        <p:spPr>
          <a:xfrm>
            <a:off x="4933162" y="1320323"/>
            <a:ext cx="3839049" cy="978729"/>
          </a:xfrm>
        </p:spPr>
        <p:txBody>
          <a:bodyPr>
            <a:spAutoFit/>
          </a:bodyPr>
          <a:lstStyle>
            <a:lvl1pPr>
              <a:defRPr sz="3200"/>
            </a:lvl1pPr>
          </a:lstStyle>
          <a:p>
            <a:r>
              <a:rPr lang="en-US"/>
              <a:t>Click to edit Master title style</a:t>
            </a:r>
            <a:endParaRPr lang="en-EG"/>
          </a:p>
        </p:txBody>
      </p:sp>
    </p:spTree>
    <p:extLst>
      <p:ext uri="{BB962C8B-B14F-4D97-AF65-F5344CB8AC3E}">
        <p14:creationId xmlns:p14="http://schemas.microsoft.com/office/powerpoint/2010/main" val="4020452921"/>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0_Schola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3817DE6-F88A-C90C-0129-AD6BC8A753B8}"/>
              </a:ext>
            </a:extLst>
          </p:cNvPr>
          <p:cNvSpPr>
            <a:spLocks noGrp="1"/>
          </p:cNvSpPr>
          <p:nvPr>
            <p:ph type="pic" sz="quarter" idx="10"/>
          </p:nvPr>
        </p:nvSpPr>
        <p:spPr>
          <a:xfrm>
            <a:off x="838199" y="3285120"/>
            <a:ext cx="5043461" cy="2555623"/>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a:t>Click icon to add picture</a:t>
            </a:r>
          </a:p>
        </p:txBody>
      </p:sp>
      <p:sp>
        <p:nvSpPr>
          <p:cNvPr id="5" name="Picture Placeholder 2">
            <a:extLst>
              <a:ext uri="{FF2B5EF4-FFF2-40B4-BE49-F238E27FC236}">
                <a16:creationId xmlns:a16="http://schemas.microsoft.com/office/drawing/2014/main" id="{085313B9-1E3D-25CD-C016-3DA6D7EFD115}"/>
              </a:ext>
            </a:extLst>
          </p:cNvPr>
          <p:cNvSpPr>
            <a:spLocks noGrp="1"/>
          </p:cNvSpPr>
          <p:nvPr>
            <p:ph type="pic" sz="quarter" idx="11"/>
          </p:nvPr>
        </p:nvSpPr>
        <p:spPr>
          <a:xfrm>
            <a:off x="6310341" y="1557495"/>
            <a:ext cx="5294667" cy="2842352"/>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a:t>Click icon to add picture</a:t>
            </a:r>
          </a:p>
        </p:txBody>
      </p:sp>
      <p:sp>
        <p:nvSpPr>
          <p:cNvPr id="4" name="Title 1">
            <a:extLst>
              <a:ext uri="{FF2B5EF4-FFF2-40B4-BE49-F238E27FC236}">
                <a16:creationId xmlns:a16="http://schemas.microsoft.com/office/drawing/2014/main" id="{F4CE7931-72DD-ACE7-A685-6ECE67AAB20B}"/>
              </a:ext>
            </a:extLst>
          </p:cNvPr>
          <p:cNvSpPr>
            <a:spLocks noGrp="1"/>
          </p:cNvSpPr>
          <p:nvPr>
            <p:ph type="title"/>
          </p:nvPr>
        </p:nvSpPr>
        <p:spPr>
          <a:xfrm>
            <a:off x="726705" y="1313548"/>
            <a:ext cx="4441950" cy="978729"/>
          </a:xfrm>
        </p:spPr>
        <p:txBody>
          <a:bodyPr>
            <a:spAutoFit/>
          </a:bodyPr>
          <a:lstStyle>
            <a:lvl1pPr>
              <a:defRPr sz="3200"/>
            </a:lvl1pPr>
          </a:lstStyle>
          <a:p>
            <a:r>
              <a:rPr lang="en-US"/>
              <a:t>Click to edit Master title style</a:t>
            </a:r>
            <a:endParaRPr lang="en-EG"/>
          </a:p>
        </p:txBody>
      </p:sp>
    </p:spTree>
    <p:extLst>
      <p:ext uri="{BB962C8B-B14F-4D97-AF65-F5344CB8AC3E}">
        <p14:creationId xmlns:p14="http://schemas.microsoft.com/office/powerpoint/2010/main" val="3523974832"/>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1_Schola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3817DE6-F88A-C90C-0129-AD6BC8A753B8}"/>
              </a:ext>
            </a:extLst>
          </p:cNvPr>
          <p:cNvSpPr>
            <a:spLocks noGrp="1"/>
          </p:cNvSpPr>
          <p:nvPr>
            <p:ph type="pic" sz="quarter" idx="10"/>
          </p:nvPr>
        </p:nvSpPr>
        <p:spPr>
          <a:xfrm>
            <a:off x="1037469" y="2459715"/>
            <a:ext cx="4783157" cy="3394080"/>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a:t>Click icon to add picture</a:t>
            </a:r>
          </a:p>
        </p:txBody>
      </p:sp>
      <p:sp>
        <p:nvSpPr>
          <p:cNvPr id="4" name="Title 1">
            <a:extLst>
              <a:ext uri="{FF2B5EF4-FFF2-40B4-BE49-F238E27FC236}">
                <a16:creationId xmlns:a16="http://schemas.microsoft.com/office/drawing/2014/main" id="{6721E2BF-599D-B1F9-D6E8-5DCA4FF2BEA1}"/>
              </a:ext>
            </a:extLst>
          </p:cNvPr>
          <p:cNvSpPr>
            <a:spLocks noGrp="1"/>
          </p:cNvSpPr>
          <p:nvPr>
            <p:ph type="title"/>
          </p:nvPr>
        </p:nvSpPr>
        <p:spPr>
          <a:xfrm>
            <a:off x="652564" y="1399222"/>
            <a:ext cx="10515600" cy="535531"/>
          </a:xfrm>
        </p:spPr>
        <p:txBody>
          <a:bodyPr>
            <a:spAutoFit/>
          </a:bodyPr>
          <a:lstStyle>
            <a:lvl1pPr>
              <a:defRPr sz="3200"/>
            </a:lvl1pPr>
          </a:lstStyle>
          <a:p>
            <a:r>
              <a:rPr lang="en-US"/>
              <a:t>Click to edit Master title style</a:t>
            </a:r>
            <a:endParaRPr lang="en-EG"/>
          </a:p>
        </p:txBody>
      </p:sp>
    </p:spTree>
    <p:extLst>
      <p:ext uri="{BB962C8B-B14F-4D97-AF65-F5344CB8AC3E}">
        <p14:creationId xmlns:p14="http://schemas.microsoft.com/office/powerpoint/2010/main" val="2779152000"/>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2_Schola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3817DE6-F88A-C90C-0129-AD6BC8A753B8}"/>
              </a:ext>
            </a:extLst>
          </p:cNvPr>
          <p:cNvSpPr>
            <a:spLocks noGrp="1"/>
          </p:cNvSpPr>
          <p:nvPr>
            <p:ph type="pic" sz="quarter" idx="10"/>
          </p:nvPr>
        </p:nvSpPr>
        <p:spPr>
          <a:xfrm>
            <a:off x="5381455" y="1552454"/>
            <a:ext cx="5613400" cy="4247361"/>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a:t>Click icon to add picture</a:t>
            </a:r>
          </a:p>
        </p:txBody>
      </p:sp>
      <p:sp>
        <p:nvSpPr>
          <p:cNvPr id="4" name="Title 1">
            <a:extLst>
              <a:ext uri="{FF2B5EF4-FFF2-40B4-BE49-F238E27FC236}">
                <a16:creationId xmlns:a16="http://schemas.microsoft.com/office/drawing/2014/main" id="{10AE96D8-BF7F-6004-FB2D-866215855BFD}"/>
              </a:ext>
            </a:extLst>
          </p:cNvPr>
          <p:cNvSpPr>
            <a:spLocks noGrp="1"/>
          </p:cNvSpPr>
          <p:nvPr>
            <p:ph type="title"/>
          </p:nvPr>
        </p:nvSpPr>
        <p:spPr>
          <a:xfrm>
            <a:off x="612371" y="3026520"/>
            <a:ext cx="4009871" cy="978729"/>
          </a:xfrm>
        </p:spPr>
        <p:txBody>
          <a:bodyPr>
            <a:spAutoFit/>
          </a:bodyPr>
          <a:lstStyle>
            <a:lvl1pPr>
              <a:defRPr sz="3200"/>
            </a:lvl1pPr>
          </a:lstStyle>
          <a:p>
            <a:r>
              <a:rPr lang="en-US"/>
              <a:t>Click to edit Master title style</a:t>
            </a:r>
            <a:endParaRPr lang="en-EG"/>
          </a:p>
        </p:txBody>
      </p:sp>
    </p:spTree>
    <p:extLst>
      <p:ext uri="{BB962C8B-B14F-4D97-AF65-F5344CB8AC3E}">
        <p14:creationId xmlns:p14="http://schemas.microsoft.com/office/powerpoint/2010/main" val="3392748729"/>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3_Schola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3817DE6-F88A-C90C-0129-AD6BC8A753B8}"/>
              </a:ext>
            </a:extLst>
          </p:cNvPr>
          <p:cNvSpPr>
            <a:spLocks noGrp="1"/>
          </p:cNvSpPr>
          <p:nvPr>
            <p:ph type="pic" sz="quarter" idx="10"/>
          </p:nvPr>
        </p:nvSpPr>
        <p:spPr>
          <a:xfrm>
            <a:off x="2077973" y="2975832"/>
            <a:ext cx="8036051" cy="2906846"/>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a:t>Click icon to add picture</a:t>
            </a:r>
          </a:p>
        </p:txBody>
      </p:sp>
      <p:sp>
        <p:nvSpPr>
          <p:cNvPr id="4" name="Title 1">
            <a:extLst>
              <a:ext uri="{FF2B5EF4-FFF2-40B4-BE49-F238E27FC236}">
                <a16:creationId xmlns:a16="http://schemas.microsoft.com/office/drawing/2014/main" id="{FE2D82A6-9BE4-1B56-B81C-E40D68A6C50F}"/>
              </a:ext>
            </a:extLst>
          </p:cNvPr>
          <p:cNvSpPr>
            <a:spLocks noGrp="1"/>
          </p:cNvSpPr>
          <p:nvPr>
            <p:ph type="title"/>
          </p:nvPr>
        </p:nvSpPr>
        <p:spPr>
          <a:xfrm>
            <a:off x="652564" y="1399222"/>
            <a:ext cx="10515600" cy="535531"/>
          </a:xfrm>
        </p:spPr>
        <p:txBody>
          <a:bodyPr>
            <a:spAutoFit/>
          </a:bodyPr>
          <a:lstStyle>
            <a:lvl1pPr>
              <a:defRPr sz="3200"/>
            </a:lvl1pPr>
          </a:lstStyle>
          <a:p>
            <a:r>
              <a:rPr lang="en-US"/>
              <a:t>Click to edit Master title style</a:t>
            </a:r>
            <a:endParaRPr lang="en-EG"/>
          </a:p>
        </p:txBody>
      </p:sp>
    </p:spTree>
    <p:extLst>
      <p:ext uri="{BB962C8B-B14F-4D97-AF65-F5344CB8AC3E}">
        <p14:creationId xmlns:p14="http://schemas.microsoft.com/office/powerpoint/2010/main" val="925356405"/>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4_Schola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3817DE6-F88A-C90C-0129-AD6BC8A753B8}"/>
              </a:ext>
            </a:extLst>
          </p:cNvPr>
          <p:cNvSpPr>
            <a:spLocks noGrp="1"/>
          </p:cNvSpPr>
          <p:nvPr>
            <p:ph type="pic" sz="quarter" idx="10"/>
          </p:nvPr>
        </p:nvSpPr>
        <p:spPr>
          <a:xfrm>
            <a:off x="4699721" y="1373448"/>
            <a:ext cx="3484625" cy="4323967"/>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a:t>Click icon to add picture</a:t>
            </a:r>
          </a:p>
        </p:txBody>
      </p:sp>
      <p:sp>
        <p:nvSpPr>
          <p:cNvPr id="5" name="Picture Placeholder 2">
            <a:extLst>
              <a:ext uri="{FF2B5EF4-FFF2-40B4-BE49-F238E27FC236}">
                <a16:creationId xmlns:a16="http://schemas.microsoft.com/office/drawing/2014/main" id="{CD8A88D9-93EB-19DF-C0DB-7F020B3F077C}"/>
              </a:ext>
            </a:extLst>
          </p:cNvPr>
          <p:cNvSpPr>
            <a:spLocks noGrp="1"/>
          </p:cNvSpPr>
          <p:nvPr>
            <p:ph type="pic" sz="quarter" idx="11"/>
          </p:nvPr>
        </p:nvSpPr>
        <p:spPr>
          <a:xfrm>
            <a:off x="8357323" y="1373448"/>
            <a:ext cx="2970520" cy="4323967"/>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a:t>Click icon to add picture</a:t>
            </a:r>
          </a:p>
        </p:txBody>
      </p:sp>
      <p:sp>
        <p:nvSpPr>
          <p:cNvPr id="2" name="Title 1">
            <a:extLst>
              <a:ext uri="{FF2B5EF4-FFF2-40B4-BE49-F238E27FC236}">
                <a16:creationId xmlns:a16="http://schemas.microsoft.com/office/drawing/2014/main" id="{C4CBFA21-027C-9D7E-86C4-6A892D554468}"/>
              </a:ext>
            </a:extLst>
          </p:cNvPr>
          <p:cNvSpPr>
            <a:spLocks noGrp="1"/>
          </p:cNvSpPr>
          <p:nvPr>
            <p:ph type="title"/>
          </p:nvPr>
        </p:nvSpPr>
        <p:spPr>
          <a:xfrm>
            <a:off x="662612" y="3327970"/>
            <a:ext cx="3758662" cy="978729"/>
          </a:xfrm>
        </p:spPr>
        <p:txBody>
          <a:bodyPr>
            <a:spAutoFit/>
          </a:bodyPr>
          <a:lstStyle>
            <a:lvl1pPr>
              <a:defRPr sz="3200"/>
            </a:lvl1pPr>
          </a:lstStyle>
          <a:p>
            <a:r>
              <a:rPr lang="en-US"/>
              <a:t>Click to edit Master title style</a:t>
            </a:r>
            <a:endParaRPr lang="en-EG"/>
          </a:p>
        </p:txBody>
      </p:sp>
    </p:spTree>
    <p:extLst>
      <p:ext uri="{BB962C8B-B14F-4D97-AF65-F5344CB8AC3E}">
        <p14:creationId xmlns:p14="http://schemas.microsoft.com/office/powerpoint/2010/main" val="1053210761"/>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5_Schola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3817DE6-F88A-C90C-0129-AD6BC8A753B8}"/>
              </a:ext>
            </a:extLst>
          </p:cNvPr>
          <p:cNvSpPr>
            <a:spLocks noGrp="1"/>
          </p:cNvSpPr>
          <p:nvPr>
            <p:ph type="pic" sz="quarter" idx="10"/>
          </p:nvPr>
        </p:nvSpPr>
        <p:spPr>
          <a:xfrm>
            <a:off x="5783530" y="2471257"/>
            <a:ext cx="4928616" cy="3309058"/>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a:t>Click icon to add picture</a:t>
            </a:r>
          </a:p>
        </p:txBody>
      </p:sp>
      <p:sp>
        <p:nvSpPr>
          <p:cNvPr id="4" name="Title 1">
            <a:extLst>
              <a:ext uri="{FF2B5EF4-FFF2-40B4-BE49-F238E27FC236}">
                <a16:creationId xmlns:a16="http://schemas.microsoft.com/office/drawing/2014/main" id="{5DD4F9BE-3AC0-19C2-9187-3FD8A481A5D7}"/>
              </a:ext>
            </a:extLst>
          </p:cNvPr>
          <p:cNvSpPr>
            <a:spLocks noGrp="1"/>
          </p:cNvSpPr>
          <p:nvPr>
            <p:ph type="title"/>
          </p:nvPr>
        </p:nvSpPr>
        <p:spPr>
          <a:xfrm>
            <a:off x="652564" y="1399222"/>
            <a:ext cx="10515600" cy="535531"/>
          </a:xfrm>
        </p:spPr>
        <p:txBody>
          <a:bodyPr>
            <a:spAutoFit/>
          </a:bodyPr>
          <a:lstStyle>
            <a:lvl1pPr>
              <a:defRPr sz="3200"/>
            </a:lvl1pPr>
          </a:lstStyle>
          <a:p>
            <a:r>
              <a:rPr lang="en-US"/>
              <a:t>Click to edit Master title style</a:t>
            </a:r>
            <a:endParaRPr lang="en-EG"/>
          </a:p>
        </p:txBody>
      </p:sp>
    </p:spTree>
    <p:extLst>
      <p:ext uri="{BB962C8B-B14F-4D97-AF65-F5344CB8AC3E}">
        <p14:creationId xmlns:p14="http://schemas.microsoft.com/office/powerpoint/2010/main" val="2256375088"/>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6_Scholar">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D2922483-4632-E171-2855-7D99A603FA58}"/>
              </a:ext>
            </a:extLst>
          </p:cNvPr>
          <p:cNvSpPr>
            <a:spLocks noGrp="1"/>
          </p:cNvSpPr>
          <p:nvPr>
            <p:ph type="body" sz="quarter" idx="10"/>
          </p:nvPr>
        </p:nvSpPr>
        <p:spPr>
          <a:xfrm>
            <a:off x="652564" y="2224603"/>
            <a:ext cx="10158413" cy="3467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5" name="Title 1">
            <a:extLst>
              <a:ext uri="{FF2B5EF4-FFF2-40B4-BE49-F238E27FC236}">
                <a16:creationId xmlns:a16="http://schemas.microsoft.com/office/drawing/2014/main" id="{006BE785-A8E6-66CF-A260-2DF94E4BC9FC}"/>
              </a:ext>
            </a:extLst>
          </p:cNvPr>
          <p:cNvSpPr>
            <a:spLocks noGrp="1"/>
          </p:cNvSpPr>
          <p:nvPr>
            <p:ph type="title"/>
          </p:nvPr>
        </p:nvSpPr>
        <p:spPr>
          <a:xfrm>
            <a:off x="652564" y="1399222"/>
            <a:ext cx="10515600" cy="535531"/>
          </a:xfrm>
        </p:spPr>
        <p:txBody>
          <a:bodyPr>
            <a:spAutoFit/>
          </a:bodyPr>
          <a:lstStyle>
            <a:lvl1pPr>
              <a:defRPr sz="3200"/>
            </a:lvl1pPr>
          </a:lstStyle>
          <a:p>
            <a:r>
              <a:rPr lang="en-US"/>
              <a:t>Click to edit Master title style</a:t>
            </a:r>
            <a:endParaRPr lang="en-EG"/>
          </a:p>
        </p:txBody>
      </p:sp>
    </p:spTree>
    <p:extLst>
      <p:ext uri="{BB962C8B-B14F-4D97-AF65-F5344CB8AC3E}">
        <p14:creationId xmlns:p14="http://schemas.microsoft.com/office/powerpoint/2010/main" val="342203826"/>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7_Schola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3817DE6-F88A-C90C-0129-AD6BC8A753B8}"/>
              </a:ext>
            </a:extLst>
          </p:cNvPr>
          <p:cNvSpPr>
            <a:spLocks noGrp="1"/>
          </p:cNvSpPr>
          <p:nvPr>
            <p:ph type="pic" sz="quarter" idx="10"/>
          </p:nvPr>
        </p:nvSpPr>
        <p:spPr>
          <a:xfrm>
            <a:off x="4699125" y="1524612"/>
            <a:ext cx="5694218" cy="4420275"/>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a:t>Click icon to add picture</a:t>
            </a:r>
          </a:p>
        </p:txBody>
      </p:sp>
      <p:sp>
        <p:nvSpPr>
          <p:cNvPr id="2" name="Title 1">
            <a:extLst>
              <a:ext uri="{FF2B5EF4-FFF2-40B4-BE49-F238E27FC236}">
                <a16:creationId xmlns:a16="http://schemas.microsoft.com/office/drawing/2014/main" id="{7B521626-1B9C-F9E7-848F-8656655CFC70}"/>
              </a:ext>
            </a:extLst>
          </p:cNvPr>
          <p:cNvSpPr>
            <a:spLocks noGrp="1"/>
          </p:cNvSpPr>
          <p:nvPr>
            <p:ph type="title"/>
          </p:nvPr>
        </p:nvSpPr>
        <p:spPr>
          <a:xfrm>
            <a:off x="652564" y="1582794"/>
            <a:ext cx="3839049" cy="978729"/>
          </a:xfrm>
        </p:spPr>
        <p:txBody>
          <a:bodyPr>
            <a:spAutoFit/>
          </a:bodyPr>
          <a:lstStyle>
            <a:lvl1pPr>
              <a:defRPr sz="3200"/>
            </a:lvl1pPr>
          </a:lstStyle>
          <a:p>
            <a:r>
              <a:rPr lang="en-US"/>
              <a:t>Click to edit Master title style</a:t>
            </a:r>
            <a:endParaRPr lang="en-EG"/>
          </a:p>
        </p:txBody>
      </p:sp>
    </p:spTree>
    <p:extLst>
      <p:ext uri="{BB962C8B-B14F-4D97-AF65-F5344CB8AC3E}">
        <p14:creationId xmlns:p14="http://schemas.microsoft.com/office/powerpoint/2010/main" val="2074998784"/>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8_Schola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3817DE6-F88A-C90C-0129-AD6BC8A753B8}"/>
              </a:ext>
            </a:extLst>
          </p:cNvPr>
          <p:cNvSpPr>
            <a:spLocks noGrp="1"/>
          </p:cNvSpPr>
          <p:nvPr>
            <p:ph type="pic" sz="quarter" idx="10"/>
          </p:nvPr>
        </p:nvSpPr>
        <p:spPr>
          <a:xfrm>
            <a:off x="1384629" y="2337059"/>
            <a:ext cx="4928616" cy="3309058"/>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a:t>Click icon to add picture</a:t>
            </a:r>
          </a:p>
        </p:txBody>
      </p:sp>
      <p:sp>
        <p:nvSpPr>
          <p:cNvPr id="4" name="Title 1">
            <a:extLst>
              <a:ext uri="{FF2B5EF4-FFF2-40B4-BE49-F238E27FC236}">
                <a16:creationId xmlns:a16="http://schemas.microsoft.com/office/drawing/2014/main" id="{A734112C-F87F-EA2E-4F5B-03A38B9386C1}"/>
              </a:ext>
            </a:extLst>
          </p:cNvPr>
          <p:cNvSpPr>
            <a:spLocks noGrp="1"/>
          </p:cNvSpPr>
          <p:nvPr>
            <p:ph type="title"/>
          </p:nvPr>
        </p:nvSpPr>
        <p:spPr>
          <a:xfrm>
            <a:off x="652564" y="1399222"/>
            <a:ext cx="10515600" cy="535531"/>
          </a:xfrm>
        </p:spPr>
        <p:txBody>
          <a:bodyPr>
            <a:spAutoFit/>
          </a:bodyPr>
          <a:lstStyle>
            <a:lvl1pPr>
              <a:defRPr sz="3200"/>
            </a:lvl1pPr>
          </a:lstStyle>
          <a:p>
            <a:r>
              <a:rPr lang="en-US"/>
              <a:t>Click to edit Master title style</a:t>
            </a:r>
            <a:endParaRPr lang="en-EG"/>
          </a:p>
        </p:txBody>
      </p:sp>
    </p:spTree>
    <p:extLst>
      <p:ext uri="{BB962C8B-B14F-4D97-AF65-F5344CB8AC3E}">
        <p14:creationId xmlns:p14="http://schemas.microsoft.com/office/powerpoint/2010/main" val="275522289"/>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9_Schola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3817DE6-F88A-C90C-0129-AD6BC8A753B8}"/>
              </a:ext>
            </a:extLst>
          </p:cNvPr>
          <p:cNvSpPr>
            <a:spLocks noGrp="1"/>
          </p:cNvSpPr>
          <p:nvPr>
            <p:ph type="pic" sz="quarter" idx="10"/>
          </p:nvPr>
        </p:nvSpPr>
        <p:spPr>
          <a:xfrm>
            <a:off x="0" y="1458097"/>
            <a:ext cx="3526971" cy="4738979"/>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a:t>Click icon to add picture</a:t>
            </a:r>
          </a:p>
        </p:txBody>
      </p:sp>
      <p:sp>
        <p:nvSpPr>
          <p:cNvPr id="2" name="Title 1">
            <a:extLst>
              <a:ext uri="{FF2B5EF4-FFF2-40B4-BE49-F238E27FC236}">
                <a16:creationId xmlns:a16="http://schemas.microsoft.com/office/drawing/2014/main" id="{41A2C1E3-120D-3FEC-1B77-2A36BF6D4B4D}"/>
              </a:ext>
            </a:extLst>
          </p:cNvPr>
          <p:cNvSpPr>
            <a:spLocks noGrp="1"/>
          </p:cNvSpPr>
          <p:nvPr>
            <p:ph type="title"/>
          </p:nvPr>
        </p:nvSpPr>
        <p:spPr>
          <a:xfrm>
            <a:off x="3626875" y="1553089"/>
            <a:ext cx="10515600" cy="535531"/>
          </a:xfrm>
        </p:spPr>
        <p:txBody>
          <a:bodyPr>
            <a:spAutoFit/>
          </a:bodyPr>
          <a:lstStyle>
            <a:lvl1pPr>
              <a:defRPr sz="3200"/>
            </a:lvl1pPr>
          </a:lstStyle>
          <a:p>
            <a:r>
              <a:rPr lang="en-US"/>
              <a:t>Click to edit Master title style</a:t>
            </a:r>
            <a:endParaRPr lang="en-EG"/>
          </a:p>
        </p:txBody>
      </p:sp>
    </p:spTree>
    <p:extLst>
      <p:ext uri="{BB962C8B-B14F-4D97-AF65-F5344CB8AC3E}">
        <p14:creationId xmlns:p14="http://schemas.microsoft.com/office/powerpoint/2010/main" val="3603250171"/>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0_Schola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3817DE6-F88A-C90C-0129-AD6BC8A753B8}"/>
              </a:ext>
            </a:extLst>
          </p:cNvPr>
          <p:cNvSpPr>
            <a:spLocks noGrp="1"/>
          </p:cNvSpPr>
          <p:nvPr>
            <p:ph type="pic" sz="quarter" idx="10"/>
          </p:nvPr>
        </p:nvSpPr>
        <p:spPr>
          <a:xfrm>
            <a:off x="1151909" y="2339818"/>
            <a:ext cx="2909350" cy="3427936"/>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a:t>Click icon to add picture</a:t>
            </a:r>
          </a:p>
        </p:txBody>
      </p:sp>
      <p:sp>
        <p:nvSpPr>
          <p:cNvPr id="5" name="Picture Placeholder 2">
            <a:extLst>
              <a:ext uri="{FF2B5EF4-FFF2-40B4-BE49-F238E27FC236}">
                <a16:creationId xmlns:a16="http://schemas.microsoft.com/office/drawing/2014/main" id="{40B098B3-79E1-266E-BB89-C5D12EB23DCF}"/>
              </a:ext>
            </a:extLst>
          </p:cNvPr>
          <p:cNvSpPr>
            <a:spLocks noGrp="1"/>
          </p:cNvSpPr>
          <p:nvPr>
            <p:ph type="pic" sz="quarter" idx="11"/>
          </p:nvPr>
        </p:nvSpPr>
        <p:spPr>
          <a:xfrm>
            <a:off x="4259547" y="2339818"/>
            <a:ext cx="2909350" cy="3427936"/>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a:t>Click icon to add picture</a:t>
            </a:r>
          </a:p>
        </p:txBody>
      </p:sp>
      <p:sp>
        <p:nvSpPr>
          <p:cNvPr id="4" name="Title 1">
            <a:extLst>
              <a:ext uri="{FF2B5EF4-FFF2-40B4-BE49-F238E27FC236}">
                <a16:creationId xmlns:a16="http://schemas.microsoft.com/office/drawing/2014/main" id="{F740E445-A68C-4D36-E75A-60468A3FE3B2}"/>
              </a:ext>
            </a:extLst>
          </p:cNvPr>
          <p:cNvSpPr>
            <a:spLocks noGrp="1"/>
          </p:cNvSpPr>
          <p:nvPr>
            <p:ph type="title"/>
          </p:nvPr>
        </p:nvSpPr>
        <p:spPr>
          <a:xfrm>
            <a:off x="652564" y="1399222"/>
            <a:ext cx="10515600" cy="535531"/>
          </a:xfrm>
        </p:spPr>
        <p:txBody>
          <a:bodyPr>
            <a:spAutoFit/>
          </a:bodyPr>
          <a:lstStyle>
            <a:lvl1pPr>
              <a:defRPr sz="3200"/>
            </a:lvl1pPr>
          </a:lstStyle>
          <a:p>
            <a:r>
              <a:rPr lang="en-US"/>
              <a:t>Click to edit Master title style</a:t>
            </a:r>
            <a:endParaRPr lang="en-EG"/>
          </a:p>
        </p:txBody>
      </p:sp>
    </p:spTree>
    <p:extLst>
      <p:ext uri="{BB962C8B-B14F-4D97-AF65-F5344CB8AC3E}">
        <p14:creationId xmlns:p14="http://schemas.microsoft.com/office/powerpoint/2010/main" val="1689643866"/>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1_Schola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3817DE6-F88A-C90C-0129-AD6BC8A753B8}"/>
              </a:ext>
            </a:extLst>
          </p:cNvPr>
          <p:cNvSpPr>
            <a:spLocks noGrp="1"/>
          </p:cNvSpPr>
          <p:nvPr>
            <p:ph type="pic" sz="quarter" idx="10"/>
          </p:nvPr>
        </p:nvSpPr>
        <p:spPr>
          <a:xfrm>
            <a:off x="749882" y="2773345"/>
            <a:ext cx="5169483" cy="3004457"/>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a:t>Click icon to add picture</a:t>
            </a:r>
          </a:p>
        </p:txBody>
      </p:sp>
      <p:sp>
        <p:nvSpPr>
          <p:cNvPr id="5" name="Picture Placeholder 2">
            <a:extLst>
              <a:ext uri="{FF2B5EF4-FFF2-40B4-BE49-F238E27FC236}">
                <a16:creationId xmlns:a16="http://schemas.microsoft.com/office/drawing/2014/main" id="{5B439235-1612-8175-756F-EC4690BF4E86}"/>
              </a:ext>
            </a:extLst>
          </p:cNvPr>
          <p:cNvSpPr>
            <a:spLocks noGrp="1"/>
          </p:cNvSpPr>
          <p:nvPr>
            <p:ph type="pic" sz="quarter" idx="11"/>
          </p:nvPr>
        </p:nvSpPr>
        <p:spPr>
          <a:xfrm>
            <a:off x="6096000" y="2773345"/>
            <a:ext cx="5169483" cy="3004457"/>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a:t>Click icon to add picture</a:t>
            </a:r>
          </a:p>
        </p:txBody>
      </p:sp>
      <p:sp>
        <p:nvSpPr>
          <p:cNvPr id="4" name="Title 1">
            <a:extLst>
              <a:ext uri="{FF2B5EF4-FFF2-40B4-BE49-F238E27FC236}">
                <a16:creationId xmlns:a16="http://schemas.microsoft.com/office/drawing/2014/main" id="{BF477963-0E68-6BE9-685A-14AC4960EB83}"/>
              </a:ext>
            </a:extLst>
          </p:cNvPr>
          <p:cNvSpPr>
            <a:spLocks noGrp="1"/>
          </p:cNvSpPr>
          <p:nvPr>
            <p:ph type="title"/>
          </p:nvPr>
        </p:nvSpPr>
        <p:spPr>
          <a:xfrm>
            <a:off x="652564" y="1399222"/>
            <a:ext cx="10515600" cy="535531"/>
          </a:xfrm>
        </p:spPr>
        <p:txBody>
          <a:bodyPr>
            <a:spAutoFit/>
          </a:bodyPr>
          <a:lstStyle>
            <a:lvl1pPr>
              <a:defRPr sz="3200"/>
            </a:lvl1pPr>
          </a:lstStyle>
          <a:p>
            <a:r>
              <a:rPr lang="en-US"/>
              <a:t>Click to edit Master title style</a:t>
            </a:r>
            <a:endParaRPr lang="en-EG"/>
          </a:p>
        </p:txBody>
      </p:sp>
    </p:spTree>
    <p:extLst>
      <p:ext uri="{BB962C8B-B14F-4D97-AF65-F5344CB8AC3E}">
        <p14:creationId xmlns:p14="http://schemas.microsoft.com/office/powerpoint/2010/main" val="404032451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2_Schola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3817DE6-F88A-C90C-0129-AD6BC8A753B8}"/>
              </a:ext>
            </a:extLst>
          </p:cNvPr>
          <p:cNvSpPr>
            <a:spLocks noGrp="1"/>
          </p:cNvSpPr>
          <p:nvPr>
            <p:ph type="pic" sz="quarter" idx="10"/>
          </p:nvPr>
        </p:nvSpPr>
        <p:spPr>
          <a:xfrm>
            <a:off x="864259" y="1470454"/>
            <a:ext cx="4463683" cy="4399900"/>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a:t>Click icon to add picture</a:t>
            </a:r>
          </a:p>
        </p:txBody>
      </p:sp>
      <p:sp>
        <p:nvSpPr>
          <p:cNvPr id="2" name="Title 1">
            <a:extLst>
              <a:ext uri="{FF2B5EF4-FFF2-40B4-BE49-F238E27FC236}">
                <a16:creationId xmlns:a16="http://schemas.microsoft.com/office/drawing/2014/main" id="{377E7F65-8C2A-99A3-29F7-AB052EE6CC56}"/>
              </a:ext>
            </a:extLst>
          </p:cNvPr>
          <p:cNvSpPr>
            <a:spLocks noGrp="1"/>
          </p:cNvSpPr>
          <p:nvPr>
            <p:ph type="title"/>
          </p:nvPr>
        </p:nvSpPr>
        <p:spPr>
          <a:xfrm>
            <a:off x="5475772" y="1580088"/>
            <a:ext cx="4602724" cy="978729"/>
          </a:xfrm>
        </p:spPr>
        <p:txBody>
          <a:bodyPr>
            <a:spAutoFit/>
          </a:bodyPr>
          <a:lstStyle>
            <a:lvl1pPr>
              <a:defRPr sz="3200"/>
            </a:lvl1pPr>
          </a:lstStyle>
          <a:p>
            <a:r>
              <a:rPr lang="en-US" dirty="0"/>
              <a:t>Click to edit Master title style</a:t>
            </a:r>
            <a:endParaRPr lang="en-EG" dirty="0"/>
          </a:p>
        </p:txBody>
      </p:sp>
    </p:spTree>
    <p:extLst>
      <p:ext uri="{BB962C8B-B14F-4D97-AF65-F5344CB8AC3E}">
        <p14:creationId xmlns:p14="http://schemas.microsoft.com/office/powerpoint/2010/main" val="3008214016"/>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3_Schola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3817DE6-F88A-C90C-0129-AD6BC8A753B8}"/>
              </a:ext>
            </a:extLst>
          </p:cNvPr>
          <p:cNvSpPr>
            <a:spLocks noGrp="1"/>
          </p:cNvSpPr>
          <p:nvPr>
            <p:ph type="pic" sz="quarter" idx="10"/>
          </p:nvPr>
        </p:nvSpPr>
        <p:spPr>
          <a:xfrm>
            <a:off x="1190990" y="2318009"/>
            <a:ext cx="3461119" cy="3461118"/>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a:t>Click icon to add picture</a:t>
            </a:r>
          </a:p>
        </p:txBody>
      </p:sp>
      <p:sp>
        <p:nvSpPr>
          <p:cNvPr id="2" name="Title 1">
            <a:extLst>
              <a:ext uri="{FF2B5EF4-FFF2-40B4-BE49-F238E27FC236}">
                <a16:creationId xmlns:a16="http://schemas.microsoft.com/office/drawing/2014/main" id="{BA45EB47-DFC0-2E76-0595-02B2E45465CB}"/>
              </a:ext>
            </a:extLst>
          </p:cNvPr>
          <p:cNvSpPr>
            <a:spLocks noGrp="1"/>
          </p:cNvSpPr>
          <p:nvPr>
            <p:ph type="title"/>
          </p:nvPr>
        </p:nvSpPr>
        <p:spPr/>
        <p:txBody>
          <a:bodyPr>
            <a:normAutofit/>
          </a:bodyPr>
          <a:lstStyle>
            <a:lvl1pPr>
              <a:defRPr sz="3200"/>
            </a:lvl1pPr>
          </a:lstStyle>
          <a:p>
            <a:r>
              <a:rPr lang="en-US"/>
              <a:t>Click to edit Master title style</a:t>
            </a:r>
            <a:endParaRPr lang="en-EG"/>
          </a:p>
        </p:txBody>
      </p:sp>
    </p:spTree>
    <p:extLst>
      <p:ext uri="{BB962C8B-B14F-4D97-AF65-F5344CB8AC3E}">
        <p14:creationId xmlns:p14="http://schemas.microsoft.com/office/powerpoint/2010/main" val="274046455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4_Schola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3817DE6-F88A-C90C-0129-AD6BC8A753B8}"/>
              </a:ext>
            </a:extLst>
          </p:cNvPr>
          <p:cNvSpPr>
            <a:spLocks noGrp="1"/>
          </p:cNvSpPr>
          <p:nvPr>
            <p:ph type="pic" sz="quarter" idx="10"/>
          </p:nvPr>
        </p:nvSpPr>
        <p:spPr>
          <a:xfrm>
            <a:off x="656750" y="2200589"/>
            <a:ext cx="3461118" cy="3873499"/>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a:t>Click icon to add picture</a:t>
            </a:r>
          </a:p>
        </p:txBody>
      </p:sp>
      <p:sp>
        <p:nvSpPr>
          <p:cNvPr id="2" name="Title 1">
            <a:extLst>
              <a:ext uri="{FF2B5EF4-FFF2-40B4-BE49-F238E27FC236}">
                <a16:creationId xmlns:a16="http://schemas.microsoft.com/office/drawing/2014/main" id="{8221F8B9-D5FB-9194-E851-27D411D78D36}"/>
              </a:ext>
            </a:extLst>
          </p:cNvPr>
          <p:cNvSpPr>
            <a:spLocks noGrp="1"/>
          </p:cNvSpPr>
          <p:nvPr>
            <p:ph type="title"/>
          </p:nvPr>
        </p:nvSpPr>
        <p:spPr>
          <a:xfrm>
            <a:off x="652564" y="1399222"/>
            <a:ext cx="10515600" cy="535531"/>
          </a:xfrm>
        </p:spPr>
        <p:txBody>
          <a:bodyPr>
            <a:spAutoFit/>
          </a:bodyPr>
          <a:lstStyle>
            <a:lvl1pPr>
              <a:defRPr sz="3200"/>
            </a:lvl1pPr>
          </a:lstStyle>
          <a:p>
            <a:r>
              <a:rPr lang="en-US"/>
              <a:t>Click to edit Master title style</a:t>
            </a:r>
            <a:endParaRPr lang="en-EG"/>
          </a:p>
        </p:txBody>
      </p:sp>
    </p:spTree>
    <p:extLst>
      <p:ext uri="{BB962C8B-B14F-4D97-AF65-F5344CB8AC3E}">
        <p14:creationId xmlns:p14="http://schemas.microsoft.com/office/powerpoint/2010/main" val="846613460"/>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5_Schola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3817DE6-F88A-C90C-0129-AD6BC8A753B8}"/>
              </a:ext>
            </a:extLst>
          </p:cNvPr>
          <p:cNvSpPr>
            <a:spLocks noGrp="1"/>
          </p:cNvSpPr>
          <p:nvPr>
            <p:ph type="pic" sz="quarter" idx="10"/>
          </p:nvPr>
        </p:nvSpPr>
        <p:spPr>
          <a:xfrm>
            <a:off x="2430723" y="1507524"/>
            <a:ext cx="3154531" cy="4330568"/>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a:t>Click icon to add picture</a:t>
            </a:r>
          </a:p>
        </p:txBody>
      </p:sp>
      <p:sp>
        <p:nvSpPr>
          <p:cNvPr id="6" name="Picture Placeholder 2">
            <a:extLst>
              <a:ext uri="{FF2B5EF4-FFF2-40B4-BE49-F238E27FC236}">
                <a16:creationId xmlns:a16="http://schemas.microsoft.com/office/drawing/2014/main" id="{FDA4CFAE-E2E2-884F-70F5-32FCCDCD7A20}"/>
              </a:ext>
            </a:extLst>
          </p:cNvPr>
          <p:cNvSpPr>
            <a:spLocks noGrp="1"/>
          </p:cNvSpPr>
          <p:nvPr>
            <p:ph type="pic" sz="quarter" idx="11"/>
          </p:nvPr>
        </p:nvSpPr>
        <p:spPr>
          <a:xfrm>
            <a:off x="5822136" y="1507524"/>
            <a:ext cx="3154532" cy="4330568"/>
          </a:xfrm>
          <a:prstGeom prst="rect">
            <a:avLst/>
          </a:prstGeom>
          <a:pattFill prst="pct5">
            <a:fgClr>
              <a:srgbClr val="FF0000"/>
            </a:fgClr>
            <a:bgClr>
              <a:schemeClr val="bg1"/>
            </a:bgClr>
          </a:pattFill>
        </p:spPr>
        <p:txBody>
          <a:bodyPr/>
          <a:lstStyle>
            <a:lvl1pPr>
              <a:defRPr sz="1200">
                <a:latin typeface="Arial" panose="020B0604020202020204" pitchFamily="34" charset="0"/>
                <a:cs typeface="Arial" panose="020B0604020202020204" pitchFamily="34" charset="0"/>
              </a:defRPr>
            </a:lvl1pPr>
          </a:lstStyle>
          <a:p>
            <a:r>
              <a:rPr lang="en-US"/>
              <a:t>Click icon to add picture</a:t>
            </a:r>
          </a:p>
        </p:txBody>
      </p:sp>
      <p:sp>
        <p:nvSpPr>
          <p:cNvPr id="2" name="Title 1">
            <a:extLst>
              <a:ext uri="{FF2B5EF4-FFF2-40B4-BE49-F238E27FC236}">
                <a16:creationId xmlns:a16="http://schemas.microsoft.com/office/drawing/2014/main" id="{9BAEDBEE-D77F-11A7-DCDC-8738B648E5E6}"/>
              </a:ext>
            </a:extLst>
          </p:cNvPr>
          <p:cNvSpPr>
            <a:spLocks noGrp="1"/>
          </p:cNvSpPr>
          <p:nvPr>
            <p:ph type="title"/>
          </p:nvPr>
        </p:nvSpPr>
        <p:spPr>
          <a:xfrm>
            <a:off x="270726" y="3211081"/>
            <a:ext cx="2159997" cy="1255728"/>
          </a:xfrm>
        </p:spPr>
        <p:txBody>
          <a:bodyPr>
            <a:spAutoFit/>
          </a:bodyPr>
          <a:lstStyle>
            <a:lvl1pPr>
              <a:defRPr sz="2800"/>
            </a:lvl1pPr>
          </a:lstStyle>
          <a:p>
            <a:r>
              <a:rPr lang="en-US" dirty="0"/>
              <a:t>Click to edit Master title style</a:t>
            </a:r>
            <a:endParaRPr lang="en-EG" dirty="0"/>
          </a:p>
        </p:txBody>
      </p:sp>
    </p:spTree>
    <p:extLst>
      <p:ext uri="{BB962C8B-B14F-4D97-AF65-F5344CB8AC3E}">
        <p14:creationId xmlns:p14="http://schemas.microsoft.com/office/powerpoint/2010/main" val="500069054"/>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515DC9D-6410-4FCE-22DB-5A4A3E96802F}"/>
              </a:ext>
            </a:extLst>
          </p:cNvPr>
          <p:cNvPicPr/>
          <p:nvPr userDrawn="1"/>
        </p:nvPicPr>
        <p:blipFill>
          <a:blip r:embed="rId29">
            <a:extLst>
              <a:ext uri="{28A0092B-C50C-407E-A947-70E740481C1C}">
                <a14:useLocalDpi xmlns:a14="http://schemas.microsoft.com/office/drawing/2010/main" val="0"/>
              </a:ext>
            </a:extLst>
          </a:blip>
          <a:srcRect/>
          <a:stretch/>
        </p:blipFill>
        <p:spPr>
          <a:xfrm>
            <a:off x="1" y="0"/>
            <a:ext cx="12192000" cy="6858000"/>
          </a:xfrm>
          <a:prstGeom prst="rect">
            <a:avLst/>
          </a:prstGeom>
        </p:spPr>
      </p:pic>
      <p:sp>
        <p:nvSpPr>
          <p:cNvPr id="7" name="Rectangle 6">
            <a:extLst>
              <a:ext uri="{FF2B5EF4-FFF2-40B4-BE49-F238E27FC236}">
                <a16:creationId xmlns:a16="http://schemas.microsoft.com/office/drawing/2014/main" id="{49263767-B6AA-FEF6-295D-20D68A167F80}"/>
              </a:ext>
            </a:extLst>
          </p:cNvPr>
          <p:cNvSpPr/>
          <p:nvPr userDrawn="1"/>
        </p:nvSpPr>
        <p:spPr>
          <a:xfrm>
            <a:off x="884503" y="6172205"/>
            <a:ext cx="685800" cy="685800"/>
          </a:xfrm>
          <a:prstGeom prst="rect">
            <a:avLst/>
          </a:prstGeom>
          <a:solidFill>
            <a:schemeClr val="accent1"/>
          </a:solidFill>
          <a:ln w="25400" cap="rnd">
            <a:noFill/>
            <a:roun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fld id="{260E2A6B-A809-4840-BF14-8648BC0BDF87}" type="slidenum">
              <a:rPr lang="id-ID" sz="1300" b="1" smtClean="0">
                <a:solidFill>
                  <a:schemeClr val="bg2"/>
                </a:solidFill>
                <a:latin typeface="Poppins Medium" pitchFamily="2" charset="77"/>
                <a:ea typeface="Inter" panose="02000503000000020004" pitchFamily="2" charset="0"/>
                <a:cs typeface="Poppins Medium" pitchFamily="2" charset="77"/>
              </a:rPr>
              <a:pPr algn="ctr"/>
              <a:t>‹#›</a:t>
            </a:fld>
            <a:endParaRPr lang="en-US" sz="1300" b="1">
              <a:solidFill>
                <a:schemeClr val="bg2"/>
              </a:solidFill>
              <a:latin typeface="Poppins Medium" pitchFamily="2" charset="77"/>
              <a:ea typeface="Inter" panose="02000503000000020004" pitchFamily="2" charset="0"/>
              <a:cs typeface="Poppins Medium" pitchFamily="2" charset="77"/>
            </a:endParaRPr>
          </a:p>
        </p:txBody>
      </p:sp>
      <p:sp>
        <p:nvSpPr>
          <p:cNvPr id="8" name="Rectangle 7">
            <a:extLst>
              <a:ext uri="{FF2B5EF4-FFF2-40B4-BE49-F238E27FC236}">
                <a16:creationId xmlns:a16="http://schemas.microsoft.com/office/drawing/2014/main" id="{71DAD369-F2D1-9F1E-1936-EEF937EF9009}"/>
              </a:ext>
            </a:extLst>
          </p:cNvPr>
          <p:cNvSpPr/>
          <p:nvPr userDrawn="1"/>
        </p:nvSpPr>
        <p:spPr>
          <a:xfrm>
            <a:off x="9800473" y="6403136"/>
            <a:ext cx="1629527" cy="411478"/>
          </a:xfrm>
          <a:prstGeom prst="rect">
            <a:avLst/>
          </a:prstGeom>
          <a:noFill/>
          <a:ln w="25400" cap="rnd">
            <a:noFill/>
            <a:roun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solidFill>
                  <a:schemeClr val="tx2"/>
                </a:solidFill>
                <a:latin typeface="Poppins Medium" pitchFamily="2" charset="77"/>
                <a:ea typeface="Inter" panose="02000503000000020004" pitchFamily="2" charset="0"/>
                <a:cs typeface="Poppins Medium" pitchFamily="2" charset="77"/>
              </a:rPr>
              <a:t>Copyright @ 2026 NTI </a:t>
            </a:r>
            <a:endParaRPr lang="en-US" sz="1000" dirty="0">
              <a:solidFill>
                <a:schemeClr val="tx2"/>
              </a:solidFill>
              <a:latin typeface="Poppins Medium" pitchFamily="2" charset="77"/>
              <a:ea typeface="Inter" panose="02000503000000020004" pitchFamily="2" charset="0"/>
              <a:cs typeface="Poppins Medium" pitchFamily="2" charset="77"/>
            </a:endParaRPr>
          </a:p>
        </p:txBody>
      </p:sp>
      <p:sp>
        <p:nvSpPr>
          <p:cNvPr id="10" name="Title Placeholder 9">
            <a:extLst>
              <a:ext uri="{FF2B5EF4-FFF2-40B4-BE49-F238E27FC236}">
                <a16:creationId xmlns:a16="http://schemas.microsoft.com/office/drawing/2014/main" id="{B3B6FB33-A672-9B82-41E4-0AC900F93F9A}"/>
              </a:ext>
            </a:extLst>
          </p:cNvPr>
          <p:cNvSpPr>
            <a:spLocks noGrp="1"/>
          </p:cNvSpPr>
          <p:nvPr>
            <p:ph type="title"/>
          </p:nvPr>
        </p:nvSpPr>
        <p:spPr>
          <a:xfrm>
            <a:off x="652564" y="1393067"/>
            <a:ext cx="10515600" cy="547842"/>
          </a:xfrm>
          <a:prstGeom prst="rect">
            <a:avLst/>
          </a:prstGeom>
        </p:spPr>
        <p:txBody>
          <a:bodyPr vert="horz" lIns="91440" tIns="45720" rIns="91440" bIns="45720" rtlCol="0" anchor="ctr">
            <a:spAutoFit/>
          </a:bodyPr>
          <a:lstStyle/>
          <a:p>
            <a:r>
              <a:rPr lang="en-US" dirty="0"/>
              <a:t>Click to edit Master title style</a:t>
            </a:r>
            <a:endParaRPr lang="en-EG" dirty="0"/>
          </a:p>
        </p:txBody>
      </p:sp>
      <p:sp>
        <p:nvSpPr>
          <p:cNvPr id="12" name="Text Placeholder 11">
            <a:extLst>
              <a:ext uri="{FF2B5EF4-FFF2-40B4-BE49-F238E27FC236}">
                <a16:creationId xmlns:a16="http://schemas.microsoft.com/office/drawing/2014/main" id="{6E7308B9-242D-32FB-28B8-815AFC14B8F9}"/>
              </a:ext>
            </a:extLst>
          </p:cNvPr>
          <p:cNvSpPr>
            <a:spLocks noGrp="1"/>
          </p:cNvSpPr>
          <p:nvPr>
            <p:ph type="body" idx="1"/>
          </p:nvPr>
        </p:nvSpPr>
        <p:spPr>
          <a:xfrm>
            <a:off x="652564" y="2008412"/>
            <a:ext cx="10515600" cy="373924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EG" dirty="0"/>
          </a:p>
        </p:txBody>
      </p:sp>
      <p:pic>
        <p:nvPicPr>
          <p:cNvPr id="11" name="Picture 10">
            <a:extLst>
              <a:ext uri="{FF2B5EF4-FFF2-40B4-BE49-F238E27FC236}">
                <a16:creationId xmlns:a16="http://schemas.microsoft.com/office/drawing/2014/main" id="{CF484B76-34FB-C4DC-593D-8783A64B409D}"/>
              </a:ext>
            </a:extLst>
          </p:cNvPr>
          <p:cNvPicPr>
            <a:picLocks noChangeAspect="1"/>
          </p:cNvPicPr>
          <p:nvPr userDrawn="1"/>
        </p:nvPicPr>
        <p:blipFill>
          <a:blip r:embed="rId30"/>
          <a:stretch>
            <a:fillRect/>
          </a:stretch>
        </p:blipFill>
        <p:spPr>
          <a:xfrm>
            <a:off x="633075" y="184578"/>
            <a:ext cx="1768481" cy="877671"/>
          </a:xfrm>
          <a:prstGeom prst="rect">
            <a:avLst/>
          </a:prstGeom>
        </p:spPr>
      </p:pic>
      <p:pic>
        <p:nvPicPr>
          <p:cNvPr id="14" name="Picture 13">
            <a:extLst>
              <a:ext uri="{FF2B5EF4-FFF2-40B4-BE49-F238E27FC236}">
                <a16:creationId xmlns:a16="http://schemas.microsoft.com/office/drawing/2014/main" id="{4CFDA9D8-55BC-8A23-77AE-11215C839C67}"/>
              </a:ext>
            </a:extLst>
          </p:cNvPr>
          <p:cNvPicPr>
            <a:picLocks noChangeAspect="1"/>
          </p:cNvPicPr>
          <p:nvPr userDrawn="1"/>
        </p:nvPicPr>
        <p:blipFill>
          <a:blip r:embed="rId31"/>
          <a:stretch>
            <a:fillRect/>
          </a:stretch>
        </p:blipFill>
        <p:spPr>
          <a:xfrm>
            <a:off x="9549800" y="257729"/>
            <a:ext cx="1513435" cy="731367"/>
          </a:xfrm>
          <a:prstGeom prst="rect">
            <a:avLst/>
          </a:prstGeom>
        </p:spPr>
      </p:pic>
    </p:spTree>
    <p:extLst>
      <p:ext uri="{BB962C8B-B14F-4D97-AF65-F5344CB8AC3E}">
        <p14:creationId xmlns:p14="http://schemas.microsoft.com/office/powerpoint/2010/main" val="3545998360"/>
      </p:ext>
    </p:extLst>
  </p:cSld>
  <p:clrMap bg1="lt1" tx1="dk1" bg2="lt2" tx2="dk2" accent1="accent1" accent2="accent2" accent3="accent3" accent4="accent4" accent5="accent5" accent6="accent6" hlink="hlink" folHlink="folHlink"/>
  <p:sldLayoutIdLst>
    <p:sldLayoutId id="2147483656" r:id="rId1"/>
    <p:sldLayoutId id="2147483655"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 id="2147483666" r:id="rId12"/>
    <p:sldLayoutId id="2147483667" r:id="rId13"/>
    <p:sldLayoutId id="2147483668" r:id="rId14"/>
    <p:sldLayoutId id="2147483669" r:id="rId15"/>
    <p:sldLayoutId id="2147483670" r:id="rId16"/>
    <p:sldLayoutId id="2147483671" r:id="rId17"/>
    <p:sldLayoutId id="2147483672" r:id="rId18"/>
    <p:sldLayoutId id="2147483673" r:id="rId19"/>
    <p:sldLayoutId id="2147483674" r:id="rId20"/>
    <p:sldLayoutId id="2147483675" r:id="rId21"/>
    <p:sldLayoutId id="2147483676" r:id="rId22"/>
    <p:sldLayoutId id="2147483677" r:id="rId23"/>
    <p:sldLayoutId id="2147483678" r:id="rId24"/>
    <p:sldLayoutId id="2147483679" r:id="rId25"/>
    <p:sldLayoutId id="2147483680" r:id="rId26"/>
    <p:sldLayoutId id="2147483681" r:id="rId27"/>
  </p:sldLayoutIdLst>
  <p:txStyles>
    <p:titleStyle>
      <a:lvl1pPr algn="l" defTabSz="914400" rtl="0" eaLnBrk="1" latinLnBrk="0" hangingPunct="1">
        <a:lnSpc>
          <a:spcPct val="90000"/>
        </a:lnSpc>
        <a:spcBef>
          <a:spcPct val="0"/>
        </a:spcBef>
        <a:buNone/>
        <a:defRPr sz="3200" b="1" i="0" kern="1200">
          <a:solidFill>
            <a:schemeClr val="tx1">
              <a:lumMod val="85000"/>
              <a:lumOff val="15000"/>
            </a:schemeClr>
          </a:solidFill>
          <a:latin typeface="Poppins Medium" pitchFamily="2" charset="77"/>
          <a:ea typeface="+mj-ea"/>
          <a:cs typeface="Poppins Medium" pitchFamily="2" charset="77"/>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tx1"/>
          </a:solidFill>
          <a:latin typeface="Poppins Medium" pitchFamily="2" charset="77"/>
          <a:ea typeface="+mn-ea"/>
          <a:cs typeface="Poppins Medium" pitchFamily="2" charset="77"/>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oppins Medium" pitchFamily="2" charset="77"/>
          <a:ea typeface="+mn-ea"/>
          <a:cs typeface="Poppins Medium" pitchFamily="2" charset="77"/>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oppins Medium" pitchFamily="2" charset="77"/>
          <a:ea typeface="+mn-ea"/>
          <a:cs typeface="Poppins Medium" pitchFamily="2" charset="77"/>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Poppins Medium" pitchFamily="2" charset="77"/>
          <a:ea typeface="+mn-ea"/>
          <a:cs typeface="Poppins Medium" pitchFamily="2" charset="77"/>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Poppins Medium" pitchFamily="2" charset="77"/>
          <a:ea typeface="+mn-ea"/>
          <a:cs typeface="Poppins Medium"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8BB33DD-B563-558B-A025-FB92064EDF1D}"/>
              </a:ext>
            </a:extLst>
          </p:cNvPr>
          <p:cNvPicPr>
            <a:picLocks noGrp="1" noRo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a:stretch/>
        </p:blipFill>
        <p:spPr>
          <a:xfrm>
            <a:off x="1" y="0"/>
            <a:ext cx="12192000" cy="6858000"/>
          </a:xfrm>
          <a:prstGeom prst="rect">
            <a:avLst/>
          </a:prstGeom>
        </p:spPr>
      </p:pic>
      <p:sp>
        <p:nvSpPr>
          <p:cNvPr id="27" name="Rectangle 26">
            <a:extLst>
              <a:ext uri="{FF2B5EF4-FFF2-40B4-BE49-F238E27FC236}">
                <a16:creationId xmlns:a16="http://schemas.microsoft.com/office/drawing/2014/main" id="{19DEECA3-5394-9AC0-01CC-D16A223C28EF}"/>
              </a:ext>
            </a:extLst>
          </p:cNvPr>
          <p:cNvSpPr/>
          <p:nvPr/>
        </p:nvSpPr>
        <p:spPr>
          <a:xfrm>
            <a:off x="8905060" y="1148050"/>
            <a:ext cx="2526013" cy="4742245"/>
          </a:xfrm>
          <a:prstGeom prst="rect">
            <a:avLst/>
          </a:prstGeom>
          <a:solidFill>
            <a:schemeClr val="accent1"/>
          </a:solidFill>
          <a:ln w="12700" cap="rnd">
            <a:no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9B09379A-6685-5A36-1A51-C194755EBC96}"/>
              </a:ext>
            </a:extLst>
          </p:cNvPr>
          <p:cNvSpPr txBox="1"/>
          <p:nvPr/>
        </p:nvSpPr>
        <p:spPr>
          <a:xfrm>
            <a:off x="760927" y="3215328"/>
            <a:ext cx="4430731" cy="1836657"/>
          </a:xfrm>
          <a:prstGeom prst="rect">
            <a:avLst/>
          </a:prstGeom>
        </p:spPr>
        <p:txBody>
          <a:bodyPr vert="horz" wrap="square" lIns="0" tIns="0" rIns="0" bIns="0" rtlCol="0" anchor="ctr">
            <a:spAutoFit/>
          </a:bodyPr>
          <a:lstStyle>
            <a:lvl1pPr algn="ctr">
              <a:lnSpc>
                <a:spcPct val="90000"/>
              </a:lnSpc>
              <a:spcBef>
                <a:spcPct val="0"/>
              </a:spcBef>
              <a:buNone/>
              <a:defRPr sz="5400">
                <a:solidFill>
                  <a:schemeClr val="tx2"/>
                </a:solidFill>
                <a:latin typeface="Inter ExtraBold" panose="02000503000000020004" pitchFamily="2" charset="0"/>
                <a:ea typeface="+mj-ea"/>
                <a:cs typeface="+mj-cs"/>
              </a:defRPr>
            </a:lvl1pPr>
          </a:lstStyle>
          <a:p>
            <a:pPr algn="l"/>
            <a:r>
              <a:rPr lang="en-US" sz="6600" b="1" dirty="0">
                <a:latin typeface="Poppins Medium" pitchFamily="2" charset="77"/>
                <a:cs typeface="Poppins Medium" pitchFamily="2" charset="77"/>
              </a:rPr>
              <a:t>User car sales</a:t>
            </a:r>
          </a:p>
        </p:txBody>
      </p:sp>
      <p:pic>
        <p:nvPicPr>
          <p:cNvPr id="4" name="Picture Placeholder 3">
            <a:extLst>
              <a:ext uri="{FF2B5EF4-FFF2-40B4-BE49-F238E27FC236}">
                <a16:creationId xmlns:a16="http://schemas.microsoft.com/office/drawing/2014/main" id="{165A5683-C47B-44EF-AB39-62DEE745125C}"/>
              </a:ext>
            </a:extLst>
          </p:cNvPr>
          <p:cNvPicPr>
            <a:picLocks noGrp="1" noChangeAspect="1"/>
          </p:cNvPicPr>
          <p:nvPr>
            <p:ph type="pic" sz="quarter" idx="10"/>
          </p:nvPr>
        </p:nvPicPr>
        <p:blipFill>
          <a:blip r:embed="rId4"/>
          <a:srcRect l="15391" r="15391"/>
          <a:stretch>
            <a:fillRect/>
          </a:stretch>
        </p:blipFill>
        <p:spPr/>
      </p:pic>
      <p:pic>
        <p:nvPicPr>
          <p:cNvPr id="9" name="Picture 8">
            <a:extLst>
              <a:ext uri="{FF2B5EF4-FFF2-40B4-BE49-F238E27FC236}">
                <a16:creationId xmlns:a16="http://schemas.microsoft.com/office/drawing/2014/main" id="{ADAF8EEF-9065-C8BD-C95F-69F4F22214FF}"/>
              </a:ext>
            </a:extLst>
          </p:cNvPr>
          <p:cNvPicPr>
            <a:picLocks noChangeAspect="1"/>
          </p:cNvPicPr>
          <p:nvPr/>
        </p:nvPicPr>
        <p:blipFill>
          <a:blip r:embed="rId5"/>
          <a:stretch>
            <a:fillRect/>
          </a:stretch>
        </p:blipFill>
        <p:spPr>
          <a:xfrm>
            <a:off x="557338" y="1479222"/>
            <a:ext cx="1768481" cy="877671"/>
          </a:xfrm>
          <a:prstGeom prst="rect">
            <a:avLst/>
          </a:prstGeom>
        </p:spPr>
      </p:pic>
      <p:pic>
        <p:nvPicPr>
          <p:cNvPr id="10" name="Picture 9">
            <a:extLst>
              <a:ext uri="{FF2B5EF4-FFF2-40B4-BE49-F238E27FC236}">
                <a16:creationId xmlns:a16="http://schemas.microsoft.com/office/drawing/2014/main" id="{43325AA9-937B-9722-93B6-6A87406DAFA0}"/>
              </a:ext>
            </a:extLst>
          </p:cNvPr>
          <p:cNvPicPr>
            <a:picLocks noChangeAspect="1"/>
          </p:cNvPicPr>
          <p:nvPr/>
        </p:nvPicPr>
        <p:blipFill>
          <a:blip r:embed="rId6"/>
          <a:stretch>
            <a:fillRect/>
          </a:stretch>
        </p:blipFill>
        <p:spPr>
          <a:xfrm>
            <a:off x="3678223" y="1518922"/>
            <a:ext cx="1513435" cy="731367"/>
          </a:xfrm>
          <a:prstGeom prst="rect">
            <a:avLst/>
          </a:prstGeom>
        </p:spPr>
      </p:pic>
    </p:spTree>
    <p:extLst>
      <p:ext uri="{BB962C8B-B14F-4D97-AF65-F5344CB8AC3E}">
        <p14:creationId xmlns:p14="http://schemas.microsoft.com/office/powerpoint/2010/main" val="32738355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BDB9FF5-B673-C4F6-970E-78EDEC53BA31}"/>
              </a:ext>
            </a:extLst>
          </p:cNvPr>
          <p:cNvSpPr>
            <a:spLocks noGrp="1"/>
          </p:cNvSpPr>
          <p:nvPr>
            <p:ph type="title"/>
          </p:nvPr>
        </p:nvSpPr>
        <p:spPr>
          <a:xfrm>
            <a:off x="2088919" y="1460149"/>
            <a:ext cx="7551938" cy="535531"/>
          </a:xfrm>
        </p:spPr>
        <p:txBody>
          <a:bodyPr/>
          <a:lstStyle/>
          <a:p>
            <a:pPr algn="ctr"/>
            <a:r>
              <a:rPr lang="en-US" dirty="0">
                <a:latin typeface="+mn-lt"/>
                <a:cs typeface="Segoe UI Semibold" panose="020B0702040204020203" pitchFamily="34" charset="0"/>
              </a:rPr>
              <a:t>The Team</a:t>
            </a:r>
            <a:endParaRPr lang="en-EG" dirty="0">
              <a:latin typeface="+mn-lt"/>
              <a:cs typeface="Segoe UI Semibold" panose="020B0702040204020203" pitchFamily="34" charset="0"/>
            </a:endParaRPr>
          </a:p>
        </p:txBody>
      </p:sp>
      <p:sp>
        <p:nvSpPr>
          <p:cNvPr id="2" name="TextBox 1">
            <a:extLst>
              <a:ext uri="{FF2B5EF4-FFF2-40B4-BE49-F238E27FC236}">
                <a16:creationId xmlns:a16="http://schemas.microsoft.com/office/drawing/2014/main" id="{042329B5-A38D-4DFE-A7B1-91CE3EF9403A}"/>
              </a:ext>
            </a:extLst>
          </p:cNvPr>
          <p:cNvSpPr txBox="1"/>
          <p:nvPr/>
        </p:nvSpPr>
        <p:spPr>
          <a:xfrm>
            <a:off x="1311964" y="2524539"/>
            <a:ext cx="8110331" cy="461665"/>
          </a:xfrm>
          <a:prstGeom prst="rect">
            <a:avLst/>
          </a:prstGeom>
          <a:noFill/>
        </p:spPr>
        <p:txBody>
          <a:bodyPr wrap="square" rtlCol="0">
            <a:spAutoFit/>
          </a:bodyPr>
          <a:lstStyle/>
          <a:p>
            <a:r>
              <a:rPr lang="en-US" sz="2400" b="1" dirty="0"/>
              <a:t>Omar Mostafa </a:t>
            </a:r>
            <a:r>
              <a:rPr lang="en-US" sz="2400" b="1" dirty="0" err="1"/>
              <a:t>Abdelhady</a:t>
            </a:r>
            <a:r>
              <a:rPr lang="en-US" sz="2400" b="1" dirty="0"/>
              <a:t> Mohamed –Data Cleaning</a:t>
            </a:r>
          </a:p>
        </p:txBody>
      </p:sp>
      <p:sp>
        <p:nvSpPr>
          <p:cNvPr id="4" name="TextBox 3">
            <a:extLst>
              <a:ext uri="{FF2B5EF4-FFF2-40B4-BE49-F238E27FC236}">
                <a16:creationId xmlns:a16="http://schemas.microsoft.com/office/drawing/2014/main" id="{E23405FC-0007-4208-A55E-5D0BF4CB94B7}"/>
              </a:ext>
            </a:extLst>
          </p:cNvPr>
          <p:cNvSpPr txBox="1"/>
          <p:nvPr/>
        </p:nvSpPr>
        <p:spPr>
          <a:xfrm>
            <a:off x="1311964" y="3145697"/>
            <a:ext cx="7971183" cy="461665"/>
          </a:xfrm>
          <a:prstGeom prst="rect">
            <a:avLst/>
          </a:prstGeom>
          <a:noFill/>
        </p:spPr>
        <p:txBody>
          <a:bodyPr wrap="square" rtlCol="0">
            <a:spAutoFit/>
          </a:bodyPr>
          <a:lstStyle/>
          <a:p>
            <a:r>
              <a:rPr lang="en-US" sz="2400" b="1" dirty="0" err="1"/>
              <a:t>Menna</a:t>
            </a:r>
            <a:r>
              <a:rPr lang="en-US" sz="2400" b="1" dirty="0"/>
              <a:t> Allah Shehata Mahmoud Shehata–Dashboard</a:t>
            </a:r>
          </a:p>
        </p:txBody>
      </p:sp>
      <p:sp>
        <p:nvSpPr>
          <p:cNvPr id="5" name="TextBox 4">
            <a:extLst>
              <a:ext uri="{FF2B5EF4-FFF2-40B4-BE49-F238E27FC236}">
                <a16:creationId xmlns:a16="http://schemas.microsoft.com/office/drawing/2014/main" id="{0C24196B-5B78-410D-B2E8-6B6AB20EE0AF}"/>
              </a:ext>
            </a:extLst>
          </p:cNvPr>
          <p:cNvSpPr txBox="1"/>
          <p:nvPr/>
        </p:nvSpPr>
        <p:spPr>
          <a:xfrm>
            <a:off x="1311965" y="4388013"/>
            <a:ext cx="7156174" cy="461665"/>
          </a:xfrm>
          <a:prstGeom prst="rect">
            <a:avLst/>
          </a:prstGeom>
          <a:noFill/>
        </p:spPr>
        <p:txBody>
          <a:bodyPr wrap="square" rtlCol="0">
            <a:spAutoFit/>
          </a:bodyPr>
          <a:lstStyle/>
          <a:p>
            <a:r>
              <a:rPr lang="en-US" sz="2400" b="1" dirty="0"/>
              <a:t>Rana Waleed </a:t>
            </a:r>
            <a:r>
              <a:rPr lang="en-US" sz="2400" b="1" dirty="0" err="1"/>
              <a:t>Hosny</a:t>
            </a:r>
            <a:r>
              <a:rPr lang="en-US" sz="2400" b="1" dirty="0"/>
              <a:t> </a:t>
            </a:r>
            <a:r>
              <a:rPr lang="en-US" sz="2400" b="1" dirty="0" err="1"/>
              <a:t>Hassanein</a:t>
            </a:r>
            <a:r>
              <a:rPr lang="en-US" sz="2400" b="1" dirty="0"/>
              <a:t>–</a:t>
            </a:r>
            <a:r>
              <a:rPr lang="en-US" sz="2400" b="1" dirty="0" err="1"/>
              <a:t>Debloyment</a:t>
            </a:r>
            <a:endParaRPr lang="en-US" sz="2400" b="1" dirty="0"/>
          </a:p>
        </p:txBody>
      </p:sp>
      <p:sp>
        <p:nvSpPr>
          <p:cNvPr id="6" name="TextBox 5">
            <a:extLst>
              <a:ext uri="{FF2B5EF4-FFF2-40B4-BE49-F238E27FC236}">
                <a16:creationId xmlns:a16="http://schemas.microsoft.com/office/drawing/2014/main" id="{4E2C41A9-54CA-4D13-893D-6AC049856856}"/>
              </a:ext>
            </a:extLst>
          </p:cNvPr>
          <p:cNvSpPr txBox="1"/>
          <p:nvPr/>
        </p:nvSpPr>
        <p:spPr>
          <a:xfrm>
            <a:off x="1292888" y="3766855"/>
            <a:ext cx="7622512" cy="461665"/>
          </a:xfrm>
          <a:prstGeom prst="rect">
            <a:avLst/>
          </a:prstGeom>
          <a:noFill/>
        </p:spPr>
        <p:txBody>
          <a:bodyPr wrap="square" rtlCol="0">
            <a:spAutoFit/>
          </a:bodyPr>
          <a:lstStyle/>
          <a:p>
            <a:r>
              <a:rPr lang="en-US" sz="2400" b="1" dirty="0"/>
              <a:t>Mostafa Ahmed </a:t>
            </a:r>
            <a:r>
              <a:rPr lang="en-US" sz="2400" b="1" dirty="0" err="1"/>
              <a:t>Ebraheem</a:t>
            </a:r>
            <a:r>
              <a:rPr lang="en-US" sz="2400" b="1" dirty="0"/>
              <a:t> Ragab–Data Modeling</a:t>
            </a:r>
          </a:p>
        </p:txBody>
      </p:sp>
    </p:spTree>
    <p:extLst>
      <p:ext uri="{BB962C8B-B14F-4D97-AF65-F5344CB8AC3E}">
        <p14:creationId xmlns:p14="http://schemas.microsoft.com/office/powerpoint/2010/main" val="14399675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F02E416-D2F6-5691-B5D3-0F318A918375}"/>
              </a:ext>
            </a:extLst>
          </p:cNvPr>
          <p:cNvSpPr>
            <a:spLocks noGrp="1"/>
          </p:cNvSpPr>
          <p:nvPr>
            <p:ph type="title"/>
          </p:nvPr>
        </p:nvSpPr>
        <p:spPr/>
        <p:txBody>
          <a:bodyPr/>
          <a:lstStyle/>
          <a:p>
            <a:r>
              <a:rPr lang="en-US" dirty="0">
                <a:latin typeface="+mj-lt"/>
              </a:rPr>
              <a:t>	problem statement	</a:t>
            </a:r>
            <a:endParaRPr lang="en-EG" dirty="0">
              <a:latin typeface="+mj-lt"/>
            </a:endParaRPr>
          </a:p>
        </p:txBody>
      </p:sp>
      <p:sp>
        <p:nvSpPr>
          <p:cNvPr id="4" name="Rectangle 3">
            <a:extLst>
              <a:ext uri="{FF2B5EF4-FFF2-40B4-BE49-F238E27FC236}">
                <a16:creationId xmlns:a16="http://schemas.microsoft.com/office/drawing/2014/main" id="{4EC6233C-6E7D-1C43-7E50-5528B1A361B6}"/>
              </a:ext>
            </a:extLst>
          </p:cNvPr>
          <p:cNvSpPr/>
          <p:nvPr/>
        </p:nvSpPr>
        <p:spPr>
          <a:xfrm>
            <a:off x="1628913" y="2310020"/>
            <a:ext cx="5918200" cy="3349595"/>
          </a:xfrm>
          <a:prstGeom prst="rect">
            <a:avLst/>
          </a:prstGeom>
          <a:solidFill>
            <a:schemeClr val="tx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lt1"/>
              </a:solidFill>
              <a:latin typeface="+mj-lt"/>
              <a:cs typeface="Segoe UI" panose="020B0502040204020203" pitchFamily="34" charset="0"/>
            </a:endParaRPr>
          </a:p>
        </p:txBody>
      </p:sp>
      <p:sp>
        <p:nvSpPr>
          <p:cNvPr id="5" name="TextBox 4">
            <a:extLst>
              <a:ext uri="{FF2B5EF4-FFF2-40B4-BE49-F238E27FC236}">
                <a16:creationId xmlns:a16="http://schemas.microsoft.com/office/drawing/2014/main" id="{53778136-80FD-6B50-54D6-A3954F50D64C}"/>
              </a:ext>
            </a:extLst>
          </p:cNvPr>
          <p:cNvSpPr txBox="1"/>
          <p:nvPr/>
        </p:nvSpPr>
        <p:spPr>
          <a:xfrm>
            <a:off x="1752704" y="2310020"/>
            <a:ext cx="5531470" cy="3370666"/>
          </a:xfrm>
          <a:prstGeom prst="rect">
            <a:avLst/>
          </a:prstGeom>
          <a:noFill/>
        </p:spPr>
        <p:txBody>
          <a:bodyPr wrap="square" rtlCol="0">
            <a:spAutoFit/>
          </a:bodyPr>
          <a:lstStyle/>
          <a:p>
            <a:pPr>
              <a:lnSpc>
                <a:spcPct val="150000"/>
              </a:lnSpc>
            </a:pPr>
            <a:r>
              <a:rPr lang="en-US" sz="1600" dirty="0">
                <a:solidFill>
                  <a:schemeClr val="bg1"/>
                </a:solidFill>
              </a:rPr>
              <a:t>The pricing of used cars is challenging because it depends on many factors such as vehicle age, mileage, manufacturer, fuel type, and engine specifications. Manual pricing is often subjective and inaccurate, which can lead to unfair prices for both buyers and sellers. This project uses machine learning to analyze these factors and predict a fair estimated market price, providing users with a fast, consistent, and data-driven pricing solution through an interactive web application.</a:t>
            </a:r>
            <a:endParaRPr lang="en-US" sz="1600" dirty="0">
              <a:solidFill>
                <a:schemeClr val="bg1"/>
              </a:solidFill>
              <a:latin typeface="+mj-lt"/>
              <a:cs typeface="Segoe UI" panose="020B0502040204020203" pitchFamily="34" charset="0"/>
            </a:endParaRPr>
          </a:p>
        </p:txBody>
      </p:sp>
    </p:spTree>
    <p:extLst>
      <p:ext uri="{BB962C8B-B14F-4D97-AF65-F5344CB8AC3E}">
        <p14:creationId xmlns:p14="http://schemas.microsoft.com/office/powerpoint/2010/main" val="16254150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a:extLst>
              <a:ext uri="{FF2B5EF4-FFF2-40B4-BE49-F238E27FC236}">
                <a16:creationId xmlns:a16="http://schemas.microsoft.com/office/drawing/2014/main" id="{7E3CA004-4AF9-40CD-A7CE-325A9EEF2298}"/>
              </a:ext>
            </a:extLst>
          </p:cNvPr>
          <p:cNvPicPr>
            <a:picLocks noGrp="1" noChangeAspect="1"/>
          </p:cNvPicPr>
          <p:nvPr>
            <p:ph type="pic" sz="quarter" idx="10"/>
          </p:nvPr>
        </p:nvPicPr>
        <p:blipFill rotWithShape="1">
          <a:blip r:embed="rId3"/>
          <a:srcRect l="160" t="20356" r="13198" b="10646"/>
          <a:stretch/>
        </p:blipFill>
        <p:spPr>
          <a:xfrm>
            <a:off x="1888432" y="3405228"/>
            <a:ext cx="7938417" cy="3556010"/>
          </a:xfrm>
        </p:spPr>
      </p:pic>
      <p:pic>
        <p:nvPicPr>
          <p:cNvPr id="6" name="Picture Placeholder 5">
            <a:extLst>
              <a:ext uri="{FF2B5EF4-FFF2-40B4-BE49-F238E27FC236}">
                <a16:creationId xmlns:a16="http://schemas.microsoft.com/office/drawing/2014/main" id="{9C153D4F-5D42-47B2-9749-89F84E8D0E52}"/>
              </a:ext>
            </a:extLst>
          </p:cNvPr>
          <p:cNvPicPr>
            <a:picLocks noGrp="1" noChangeAspect="1"/>
          </p:cNvPicPr>
          <p:nvPr>
            <p:ph type="pic" sz="quarter" idx="11"/>
          </p:nvPr>
        </p:nvPicPr>
        <p:blipFill rotWithShape="1">
          <a:blip r:embed="rId4"/>
          <a:srcRect l="1597" t="20113" r="22420" b="10888"/>
          <a:stretch/>
        </p:blipFill>
        <p:spPr>
          <a:xfrm>
            <a:off x="2524355" y="0"/>
            <a:ext cx="6666573" cy="3405228"/>
          </a:xfrm>
        </p:spPr>
      </p:pic>
      <p:sp>
        <p:nvSpPr>
          <p:cNvPr id="4" name="Text Placeholder 3">
            <a:extLst>
              <a:ext uri="{FF2B5EF4-FFF2-40B4-BE49-F238E27FC236}">
                <a16:creationId xmlns:a16="http://schemas.microsoft.com/office/drawing/2014/main" id="{4F578634-F6B2-B5A9-441F-37C6B8A6B067}"/>
              </a:ext>
            </a:extLst>
          </p:cNvPr>
          <p:cNvSpPr>
            <a:spLocks noGrp="1"/>
          </p:cNvSpPr>
          <p:nvPr>
            <p:ph type="body" sz="quarter" idx="12"/>
          </p:nvPr>
        </p:nvSpPr>
        <p:spPr>
          <a:xfrm>
            <a:off x="462068" y="1316734"/>
            <a:ext cx="4074856" cy="885371"/>
          </a:xfrm>
        </p:spPr>
        <p:txBody>
          <a:bodyPr/>
          <a:lstStyle/>
          <a:p>
            <a:r>
              <a:rPr lang="en-US" dirty="0">
                <a:latin typeface="+mn-lt"/>
              </a:rPr>
              <a:t>Data </a:t>
            </a:r>
          </a:p>
          <a:p>
            <a:pPr marL="0" indent="0">
              <a:buNone/>
            </a:pPr>
            <a:r>
              <a:rPr lang="en-US" dirty="0">
                <a:latin typeface="+mn-lt"/>
              </a:rPr>
              <a:t>cleaning</a:t>
            </a:r>
          </a:p>
        </p:txBody>
      </p:sp>
    </p:spTree>
    <p:extLst>
      <p:ext uri="{BB962C8B-B14F-4D97-AF65-F5344CB8AC3E}">
        <p14:creationId xmlns:p14="http://schemas.microsoft.com/office/powerpoint/2010/main" val="15562795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615B7140-8444-4927-BF76-F18AEA879B2D}"/>
              </a:ext>
            </a:extLst>
          </p:cNvPr>
          <p:cNvPicPr>
            <a:picLocks noGrp="1" noChangeAspect="1"/>
          </p:cNvPicPr>
          <p:nvPr>
            <p:ph type="pic" sz="quarter" idx="10"/>
          </p:nvPr>
        </p:nvPicPr>
        <p:blipFill rotWithShape="1">
          <a:blip r:embed="rId3"/>
          <a:srcRect l="13651" t="17917" r="18505" b="12695"/>
          <a:stretch/>
        </p:blipFill>
        <p:spPr>
          <a:xfrm>
            <a:off x="2061541" y="1829961"/>
            <a:ext cx="8068917" cy="4642392"/>
          </a:xfrm>
        </p:spPr>
      </p:pic>
      <p:sp>
        <p:nvSpPr>
          <p:cNvPr id="4" name="Title 3">
            <a:extLst>
              <a:ext uri="{FF2B5EF4-FFF2-40B4-BE49-F238E27FC236}">
                <a16:creationId xmlns:a16="http://schemas.microsoft.com/office/drawing/2014/main" id="{05810800-D88D-544B-9928-C765DD7B8F65}"/>
              </a:ext>
            </a:extLst>
          </p:cNvPr>
          <p:cNvSpPr>
            <a:spLocks noGrp="1"/>
          </p:cNvSpPr>
          <p:nvPr>
            <p:ph type="title"/>
          </p:nvPr>
        </p:nvSpPr>
        <p:spPr/>
        <p:txBody>
          <a:bodyPr/>
          <a:lstStyle/>
          <a:p>
            <a:r>
              <a:rPr lang="en-US" dirty="0"/>
              <a:t>dashboard</a:t>
            </a:r>
            <a:endParaRPr lang="en-EG" dirty="0"/>
          </a:p>
        </p:txBody>
      </p:sp>
    </p:spTree>
    <p:extLst>
      <p:ext uri="{BB962C8B-B14F-4D97-AF65-F5344CB8AC3E}">
        <p14:creationId xmlns:p14="http://schemas.microsoft.com/office/powerpoint/2010/main" val="8996832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615B7140-8444-4927-BF76-F18AEA879B2D}"/>
              </a:ext>
            </a:extLst>
          </p:cNvPr>
          <p:cNvPicPr>
            <a:picLocks noGrp="1" noChangeAspect="1"/>
          </p:cNvPicPr>
          <p:nvPr>
            <p:ph type="pic" sz="quarter" idx="10"/>
          </p:nvPr>
        </p:nvPicPr>
        <p:blipFill rotWithShape="1">
          <a:blip r:embed="rId3"/>
          <a:srcRect l="14193" t="18387" r="18006" b="13316"/>
          <a:stretch/>
        </p:blipFill>
        <p:spPr>
          <a:xfrm>
            <a:off x="1948071" y="1847198"/>
            <a:ext cx="8199782" cy="4646058"/>
          </a:xfrm>
        </p:spPr>
      </p:pic>
      <p:sp>
        <p:nvSpPr>
          <p:cNvPr id="4" name="Title 3">
            <a:extLst>
              <a:ext uri="{FF2B5EF4-FFF2-40B4-BE49-F238E27FC236}">
                <a16:creationId xmlns:a16="http://schemas.microsoft.com/office/drawing/2014/main" id="{05810800-D88D-544B-9928-C765DD7B8F65}"/>
              </a:ext>
            </a:extLst>
          </p:cNvPr>
          <p:cNvSpPr>
            <a:spLocks noGrp="1"/>
          </p:cNvSpPr>
          <p:nvPr>
            <p:ph type="title"/>
          </p:nvPr>
        </p:nvSpPr>
        <p:spPr/>
        <p:txBody>
          <a:bodyPr/>
          <a:lstStyle/>
          <a:p>
            <a:r>
              <a:rPr lang="en-US" dirty="0"/>
              <a:t>dashboard</a:t>
            </a:r>
            <a:endParaRPr lang="en-EG" dirty="0"/>
          </a:p>
        </p:txBody>
      </p:sp>
    </p:spTree>
    <p:extLst>
      <p:ext uri="{BB962C8B-B14F-4D97-AF65-F5344CB8AC3E}">
        <p14:creationId xmlns:p14="http://schemas.microsoft.com/office/powerpoint/2010/main" val="4162712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615B7140-8444-4927-BF76-F18AEA879B2D}"/>
              </a:ext>
            </a:extLst>
          </p:cNvPr>
          <p:cNvPicPr>
            <a:picLocks noGrp="1" noChangeAspect="1"/>
          </p:cNvPicPr>
          <p:nvPr>
            <p:ph type="pic" sz="quarter" idx="10"/>
          </p:nvPr>
        </p:nvPicPr>
        <p:blipFill rotWithShape="1">
          <a:blip r:embed="rId3"/>
          <a:srcRect l="13839" t="18430" r="17930" b="13970"/>
          <a:stretch/>
        </p:blipFill>
        <p:spPr>
          <a:xfrm>
            <a:off x="2004200" y="1934753"/>
            <a:ext cx="8183599" cy="4560879"/>
          </a:xfrm>
        </p:spPr>
      </p:pic>
      <p:sp>
        <p:nvSpPr>
          <p:cNvPr id="4" name="Title 3">
            <a:extLst>
              <a:ext uri="{FF2B5EF4-FFF2-40B4-BE49-F238E27FC236}">
                <a16:creationId xmlns:a16="http://schemas.microsoft.com/office/drawing/2014/main" id="{05810800-D88D-544B-9928-C765DD7B8F65}"/>
              </a:ext>
            </a:extLst>
          </p:cNvPr>
          <p:cNvSpPr>
            <a:spLocks noGrp="1"/>
          </p:cNvSpPr>
          <p:nvPr>
            <p:ph type="title"/>
          </p:nvPr>
        </p:nvSpPr>
        <p:spPr/>
        <p:txBody>
          <a:bodyPr/>
          <a:lstStyle/>
          <a:p>
            <a:r>
              <a:rPr lang="en-US" dirty="0"/>
              <a:t>dashboard</a:t>
            </a:r>
            <a:endParaRPr lang="en-EG" dirty="0"/>
          </a:p>
        </p:txBody>
      </p:sp>
    </p:spTree>
    <p:extLst>
      <p:ext uri="{BB962C8B-B14F-4D97-AF65-F5344CB8AC3E}">
        <p14:creationId xmlns:p14="http://schemas.microsoft.com/office/powerpoint/2010/main" val="38081546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BCD770F-3897-47FC-371D-7EC698F231C3}"/>
              </a:ext>
            </a:extLst>
          </p:cNvPr>
          <p:cNvSpPr>
            <a:spLocks noGrp="1"/>
          </p:cNvSpPr>
          <p:nvPr>
            <p:ph type="title"/>
          </p:nvPr>
        </p:nvSpPr>
        <p:spPr/>
        <p:txBody>
          <a:bodyPr/>
          <a:lstStyle/>
          <a:p>
            <a:r>
              <a:rPr lang="en-US" dirty="0"/>
              <a:t>Machine learning</a:t>
            </a:r>
            <a:endParaRPr lang="en-EG" dirty="0"/>
          </a:p>
        </p:txBody>
      </p:sp>
      <p:pic>
        <p:nvPicPr>
          <p:cNvPr id="5" name="Picture 4">
            <a:extLst>
              <a:ext uri="{FF2B5EF4-FFF2-40B4-BE49-F238E27FC236}">
                <a16:creationId xmlns:a16="http://schemas.microsoft.com/office/drawing/2014/main" id="{358781D0-DDDE-445F-9C13-F38F2ABDB09A}"/>
              </a:ext>
            </a:extLst>
          </p:cNvPr>
          <p:cNvPicPr>
            <a:picLocks noChangeAspect="1"/>
          </p:cNvPicPr>
          <p:nvPr/>
        </p:nvPicPr>
        <p:blipFill>
          <a:blip r:embed="rId3"/>
          <a:stretch>
            <a:fillRect/>
          </a:stretch>
        </p:blipFill>
        <p:spPr>
          <a:xfrm>
            <a:off x="-69574" y="2413581"/>
            <a:ext cx="4206882" cy="2509667"/>
          </a:xfrm>
          <a:prstGeom prst="rect">
            <a:avLst/>
          </a:prstGeom>
        </p:spPr>
      </p:pic>
      <p:pic>
        <p:nvPicPr>
          <p:cNvPr id="6" name="Picture 5">
            <a:extLst>
              <a:ext uri="{FF2B5EF4-FFF2-40B4-BE49-F238E27FC236}">
                <a16:creationId xmlns:a16="http://schemas.microsoft.com/office/drawing/2014/main" id="{E5A8E4D7-2DD8-49FD-8EB0-E060381D68D1}"/>
              </a:ext>
            </a:extLst>
          </p:cNvPr>
          <p:cNvPicPr>
            <a:picLocks noChangeAspect="1"/>
          </p:cNvPicPr>
          <p:nvPr/>
        </p:nvPicPr>
        <p:blipFill>
          <a:blip r:embed="rId4"/>
          <a:stretch>
            <a:fillRect/>
          </a:stretch>
        </p:blipFill>
        <p:spPr>
          <a:xfrm>
            <a:off x="4401657" y="2413581"/>
            <a:ext cx="4116871" cy="2553502"/>
          </a:xfrm>
          <a:prstGeom prst="rect">
            <a:avLst/>
          </a:prstGeom>
        </p:spPr>
      </p:pic>
      <p:pic>
        <p:nvPicPr>
          <p:cNvPr id="7" name="Picture 6">
            <a:extLst>
              <a:ext uri="{FF2B5EF4-FFF2-40B4-BE49-F238E27FC236}">
                <a16:creationId xmlns:a16="http://schemas.microsoft.com/office/drawing/2014/main" id="{280CCA88-45C3-449B-9A4C-2ED2B9B5DF5D}"/>
              </a:ext>
            </a:extLst>
          </p:cNvPr>
          <p:cNvPicPr>
            <a:picLocks noChangeAspect="1"/>
          </p:cNvPicPr>
          <p:nvPr/>
        </p:nvPicPr>
        <p:blipFill>
          <a:blip r:embed="rId5"/>
          <a:stretch>
            <a:fillRect/>
          </a:stretch>
        </p:blipFill>
        <p:spPr>
          <a:xfrm>
            <a:off x="8782877" y="2392156"/>
            <a:ext cx="3409123" cy="2552516"/>
          </a:xfrm>
          <a:prstGeom prst="rect">
            <a:avLst/>
          </a:prstGeom>
        </p:spPr>
      </p:pic>
    </p:spTree>
    <p:extLst>
      <p:ext uri="{BB962C8B-B14F-4D97-AF65-F5344CB8AC3E}">
        <p14:creationId xmlns:p14="http://schemas.microsoft.com/office/powerpoint/2010/main" val="8893447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BCD770F-3897-47FC-371D-7EC698F231C3}"/>
              </a:ext>
            </a:extLst>
          </p:cNvPr>
          <p:cNvSpPr>
            <a:spLocks noGrp="1"/>
          </p:cNvSpPr>
          <p:nvPr>
            <p:ph type="title"/>
          </p:nvPr>
        </p:nvSpPr>
        <p:spPr/>
        <p:txBody>
          <a:bodyPr/>
          <a:lstStyle/>
          <a:p>
            <a:r>
              <a:rPr lang="en-US" dirty="0"/>
              <a:t>Machine learning</a:t>
            </a:r>
            <a:endParaRPr lang="en-EG" dirty="0"/>
          </a:p>
        </p:txBody>
      </p:sp>
      <p:pic>
        <p:nvPicPr>
          <p:cNvPr id="3" name="Picture 2">
            <a:extLst>
              <a:ext uri="{FF2B5EF4-FFF2-40B4-BE49-F238E27FC236}">
                <a16:creationId xmlns:a16="http://schemas.microsoft.com/office/drawing/2014/main" id="{EE86BD03-1541-4C49-8582-570FDA8A5AE3}"/>
              </a:ext>
            </a:extLst>
          </p:cNvPr>
          <p:cNvPicPr>
            <a:picLocks noChangeAspect="1"/>
          </p:cNvPicPr>
          <p:nvPr/>
        </p:nvPicPr>
        <p:blipFill>
          <a:blip r:embed="rId3"/>
          <a:stretch>
            <a:fillRect/>
          </a:stretch>
        </p:blipFill>
        <p:spPr>
          <a:xfrm>
            <a:off x="2721665" y="1934753"/>
            <a:ext cx="6748669" cy="5052937"/>
          </a:xfrm>
          <a:prstGeom prst="rect">
            <a:avLst/>
          </a:prstGeom>
        </p:spPr>
      </p:pic>
    </p:spTree>
    <p:extLst>
      <p:ext uri="{BB962C8B-B14F-4D97-AF65-F5344CB8AC3E}">
        <p14:creationId xmlns:p14="http://schemas.microsoft.com/office/powerpoint/2010/main" val="12721172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E4FB870-6B5F-BCFC-FE68-5F08948EE65F}"/>
              </a:ext>
            </a:extLst>
          </p:cNvPr>
          <p:cNvSpPr>
            <a:spLocks noGrp="1"/>
          </p:cNvSpPr>
          <p:nvPr>
            <p:ph type="title"/>
          </p:nvPr>
        </p:nvSpPr>
        <p:spPr/>
        <p:txBody>
          <a:bodyPr/>
          <a:lstStyle/>
          <a:p>
            <a:r>
              <a:rPr lang="en-US" dirty="0"/>
              <a:t>Deployment using </a:t>
            </a:r>
            <a:r>
              <a:rPr lang="en-US" dirty="0" err="1"/>
              <a:t>gradio</a:t>
            </a:r>
            <a:endParaRPr lang="en-EG" dirty="0"/>
          </a:p>
        </p:txBody>
      </p:sp>
      <p:pic>
        <p:nvPicPr>
          <p:cNvPr id="5" name="Picture 4">
            <a:extLst>
              <a:ext uri="{FF2B5EF4-FFF2-40B4-BE49-F238E27FC236}">
                <a16:creationId xmlns:a16="http://schemas.microsoft.com/office/drawing/2014/main" id="{C6E822AC-4353-46D4-BF12-0D43024FC5B0}"/>
              </a:ext>
            </a:extLst>
          </p:cNvPr>
          <p:cNvPicPr>
            <a:picLocks noChangeAspect="1"/>
          </p:cNvPicPr>
          <p:nvPr/>
        </p:nvPicPr>
        <p:blipFill rotWithShape="1">
          <a:blip r:embed="rId2"/>
          <a:srcRect l="16296" t="11018" r="17677" b="4862"/>
          <a:stretch/>
        </p:blipFill>
        <p:spPr>
          <a:xfrm>
            <a:off x="2753139" y="1934753"/>
            <a:ext cx="6858000" cy="4914691"/>
          </a:xfrm>
          <a:prstGeom prst="rect">
            <a:avLst/>
          </a:prstGeom>
        </p:spPr>
      </p:pic>
    </p:spTree>
    <p:extLst>
      <p:ext uri="{BB962C8B-B14F-4D97-AF65-F5344CB8AC3E}">
        <p14:creationId xmlns:p14="http://schemas.microsoft.com/office/powerpoint/2010/main" val="14922021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E4FB870-6B5F-BCFC-FE68-5F08948EE65F}"/>
              </a:ext>
            </a:extLst>
          </p:cNvPr>
          <p:cNvSpPr>
            <a:spLocks noGrp="1"/>
          </p:cNvSpPr>
          <p:nvPr>
            <p:ph type="title"/>
          </p:nvPr>
        </p:nvSpPr>
        <p:spPr/>
        <p:txBody>
          <a:bodyPr/>
          <a:lstStyle/>
          <a:p>
            <a:r>
              <a:rPr lang="en-US" dirty="0"/>
              <a:t>Deployment using </a:t>
            </a:r>
            <a:r>
              <a:rPr lang="en-US" dirty="0" err="1"/>
              <a:t>gradio</a:t>
            </a:r>
            <a:endParaRPr lang="en-EG" dirty="0"/>
          </a:p>
        </p:txBody>
      </p:sp>
      <p:pic>
        <p:nvPicPr>
          <p:cNvPr id="5" name="Picture 4">
            <a:extLst>
              <a:ext uri="{FF2B5EF4-FFF2-40B4-BE49-F238E27FC236}">
                <a16:creationId xmlns:a16="http://schemas.microsoft.com/office/drawing/2014/main" id="{C6E822AC-4353-46D4-BF12-0D43024FC5B0}"/>
              </a:ext>
            </a:extLst>
          </p:cNvPr>
          <p:cNvPicPr>
            <a:picLocks noChangeAspect="1"/>
          </p:cNvPicPr>
          <p:nvPr/>
        </p:nvPicPr>
        <p:blipFill rotWithShape="1">
          <a:blip r:embed="rId2"/>
          <a:srcRect l="15760" t="4922" r="10754" b="4478"/>
          <a:stretch/>
        </p:blipFill>
        <p:spPr>
          <a:xfrm>
            <a:off x="2584692" y="1934753"/>
            <a:ext cx="7022616" cy="4870174"/>
          </a:xfrm>
          <a:prstGeom prst="rect">
            <a:avLst/>
          </a:prstGeom>
        </p:spPr>
      </p:pic>
    </p:spTree>
    <p:extLst>
      <p:ext uri="{BB962C8B-B14F-4D97-AF65-F5344CB8AC3E}">
        <p14:creationId xmlns:p14="http://schemas.microsoft.com/office/powerpoint/2010/main" val="31684502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E4FB870-6B5F-BCFC-FE68-5F08948EE65F}"/>
              </a:ext>
            </a:extLst>
          </p:cNvPr>
          <p:cNvSpPr>
            <a:spLocks noGrp="1"/>
          </p:cNvSpPr>
          <p:nvPr>
            <p:ph type="title"/>
          </p:nvPr>
        </p:nvSpPr>
        <p:spPr/>
        <p:txBody>
          <a:bodyPr/>
          <a:lstStyle/>
          <a:p>
            <a:r>
              <a:rPr lang="en-US" dirty="0"/>
              <a:t>Deployment using </a:t>
            </a:r>
            <a:r>
              <a:rPr lang="en-US" dirty="0" err="1"/>
              <a:t>gradio</a:t>
            </a:r>
            <a:endParaRPr lang="en-EG" dirty="0"/>
          </a:p>
        </p:txBody>
      </p:sp>
      <p:pic>
        <p:nvPicPr>
          <p:cNvPr id="5" name="Picture 4">
            <a:extLst>
              <a:ext uri="{FF2B5EF4-FFF2-40B4-BE49-F238E27FC236}">
                <a16:creationId xmlns:a16="http://schemas.microsoft.com/office/drawing/2014/main" id="{C6E822AC-4353-46D4-BF12-0D43024FC5B0}"/>
              </a:ext>
            </a:extLst>
          </p:cNvPr>
          <p:cNvPicPr>
            <a:picLocks noChangeAspect="1"/>
          </p:cNvPicPr>
          <p:nvPr/>
        </p:nvPicPr>
        <p:blipFill rotWithShape="1">
          <a:blip r:embed="rId2"/>
          <a:srcRect l="13457" t="5172" r="14567" b="5236"/>
          <a:stretch/>
        </p:blipFill>
        <p:spPr>
          <a:xfrm>
            <a:off x="2642152" y="1934753"/>
            <a:ext cx="6907695" cy="4836489"/>
          </a:xfrm>
          <a:prstGeom prst="rect">
            <a:avLst/>
          </a:prstGeom>
        </p:spPr>
      </p:pic>
    </p:spTree>
    <p:extLst>
      <p:ext uri="{BB962C8B-B14F-4D97-AF65-F5344CB8AC3E}">
        <p14:creationId xmlns:p14="http://schemas.microsoft.com/office/powerpoint/2010/main" val="9860281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E4FB870-6B5F-BCFC-FE68-5F08948EE65F}"/>
              </a:ext>
            </a:extLst>
          </p:cNvPr>
          <p:cNvSpPr>
            <a:spLocks noGrp="1"/>
          </p:cNvSpPr>
          <p:nvPr>
            <p:ph type="title"/>
          </p:nvPr>
        </p:nvSpPr>
        <p:spPr/>
        <p:txBody>
          <a:bodyPr/>
          <a:lstStyle/>
          <a:p>
            <a:r>
              <a:rPr lang="en-US" dirty="0"/>
              <a:t>Bonus dashboard with html</a:t>
            </a:r>
            <a:endParaRPr lang="en-EG" dirty="0"/>
          </a:p>
        </p:txBody>
      </p:sp>
      <p:pic>
        <p:nvPicPr>
          <p:cNvPr id="4" name="Picture 3">
            <a:extLst>
              <a:ext uri="{FF2B5EF4-FFF2-40B4-BE49-F238E27FC236}">
                <a16:creationId xmlns:a16="http://schemas.microsoft.com/office/drawing/2014/main" id="{B31C7B1A-4E36-41C5-8F85-CCD269FA08F8}"/>
              </a:ext>
            </a:extLst>
          </p:cNvPr>
          <p:cNvPicPr>
            <a:picLocks noChangeAspect="1"/>
          </p:cNvPicPr>
          <p:nvPr/>
        </p:nvPicPr>
        <p:blipFill>
          <a:blip r:embed="rId2"/>
          <a:srcRect/>
          <a:stretch/>
        </p:blipFill>
        <p:spPr>
          <a:xfrm>
            <a:off x="1795564" y="1840923"/>
            <a:ext cx="8229600" cy="4629150"/>
          </a:xfrm>
          <a:prstGeom prst="rect">
            <a:avLst/>
          </a:prstGeom>
        </p:spPr>
      </p:pic>
    </p:spTree>
    <p:extLst>
      <p:ext uri="{BB962C8B-B14F-4D97-AF65-F5344CB8AC3E}">
        <p14:creationId xmlns:p14="http://schemas.microsoft.com/office/powerpoint/2010/main" val="31903475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E4FB870-6B5F-BCFC-FE68-5F08948EE65F}"/>
              </a:ext>
            </a:extLst>
          </p:cNvPr>
          <p:cNvSpPr>
            <a:spLocks noGrp="1"/>
          </p:cNvSpPr>
          <p:nvPr>
            <p:ph type="title"/>
          </p:nvPr>
        </p:nvSpPr>
        <p:spPr/>
        <p:txBody>
          <a:bodyPr/>
          <a:lstStyle/>
          <a:p>
            <a:r>
              <a:rPr lang="en-US" dirty="0"/>
              <a:t>Bonus dashboard with html</a:t>
            </a:r>
            <a:endParaRPr lang="en-EG" dirty="0"/>
          </a:p>
        </p:txBody>
      </p:sp>
      <p:pic>
        <p:nvPicPr>
          <p:cNvPr id="5" name="Picture 4">
            <a:extLst>
              <a:ext uri="{FF2B5EF4-FFF2-40B4-BE49-F238E27FC236}">
                <a16:creationId xmlns:a16="http://schemas.microsoft.com/office/drawing/2014/main" id="{D4A37581-4393-4601-8177-B7883CD2FD9B}"/>
              </a:ext>
            </a:extLst>
          </p:cNvPr>
          <p:cNvPicPr>
            <a:picLocks noChangeAspect="1"/>
          </p:cNvPicPr>
          <p:nvPr/>
        </p:nvPicPr>
        <p:blipFill>
          <a:blip r:embed="rId2"/>
          <a:stretch>
            <a:fillRect/>
          </a:stretch>
        </p:blipFill>
        <p:spPr>
          <a:xfrm>
            <a:off x="2026986" y="1840923"/>
            <a:ext cx="7766756" cy="4368800"/>
          </a:xfrm>
          <a:prstGeom prst="rect">
            <a:avLst/>
          </a:prstGeom>
        </p:spPr>
      </p:pic>
    </p:spTree>
    <p:extLst>
      <p:ext uri="{BB962C8B-B14F-4D97-AF65-F5344CB8AC3E}">
        <p14:creationId xmlns:p14="http://schemas.microsoft.com/office/powerpoint/2010/main" val="18339148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E4FB870-6B5F-BCFC-FE68-5F08948EE65F}"/>
              </a:ext>
            </a:extLst>
          </p:cNvPr>
          <p:cNvSpPr>
            <a:spLocks noGrp="1"/>
          </p:cNvSpPr>
          <p:nvPr>
            <p:ph type="title"/>
          </p:nvPr>
        </p:nvSpPr>
        <p:spPr/>
        <p:txBody>
          <a:bodyPr/>
          <a:lstStyle/>
          <a:p>
            <a:r>
              <a:rPr lang="en-US" dirty="0"/>
              <a:t>Bonus dashboard with html</a:t>
            </a:r>
            <a:endParaRPr lang="en-EG" dirty="0"/>
          </a:p>
        </p:txBody>
      </p:sp>
      <p:pic>
        <p:nvPicPr>
          <p:cNvPr id="4" name="Picture 3">
            <a:extLst>
              <a:ext uri="{FF2B5EF4-FFF2-40B4-BE49-F238E27FC236}">
                <a16:creationId xmlns:a16="http://schemas.microsoft.com/office/drawing/2014/main" id="{14565CF8-08CE-4306-BD63-2CEFA257B9EC}"/>
              </a:ext>
            </a:extLst>
          </p:cNvPr>
          <p:cNvPicPr>
            <a:picLocks noChangeAspect="1"/>
          </p:cNvPicPr>
          <p:nvPr/>
        </p:nvPicPr>
        <p:blipFill>
          <a:blip r:embed="rId2"/>
          <a:stretch>
            <a:fillRect/>
          </a:stretch>
        </p:blipFill>
        <p:spPr>
          <a:xfrm>
            <a:off x="2117971" y="1834597"/>
            <a:ext cx="7956058" cy="4475283"/>
          </a:xfrm>
          <a:prstGeom prst="rect">
            <a:avLst/>
          </a:prstGeom>
        </p:spPr>
      </p:pic>
    </p:spTree>
    <p:extLst>
      <p:ext uri="{BB962C8B-B14F-4D97-AF65-F5344CB8AC3E}">
        <p14:creationId xmlns:p14="http://schemas.microsoft.com/office/powerpoint/2010/main" val="15001521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E4FB870-6B5F-BCFC-FE68-5F08948EE65F}"/>
              </a:ext>
            </a:extLst>
          </p:cNvPr>
          <p:cNvSpPr>
            <a:spLocks noGrp="1"/>
          </p:cNvSpPr>
          <p:nvPr>
            <p:ph type="title"/>
          </p:nvPr>
        </p:nvSpPr>
        <p:spPr/>
        <p:txBody>
          <a:bodyPr/>
          <a:lstStyle/>
          <a:p>
            <a:r>
              <a:rPr lang="en-US" dirty="0"/>
              <a:t>Bonus dashboard with html</a:t>
            </a:r>
            <a:endParaRPr lang="en-EG" dirty="0"/>
          </a:p>
        </p:txBody>
      </p:sp>
      <p:pic>
        <p:nvPicPr>
          <p:cNvPr id="4" name="Picture 3">
            <a:extLst>
              <a:ext uri="{FF2B5EF4-FFF2-40B4-BE49-F238E27FC236}">
                <a16:creationId xmlns:a16="http://schemas.microsoft.com/office/drawing/2014/main" id="{B31C7B1A-4E36-41C5-8F85-CCD269FA08F8}"/>
              </a:ext>
            </a:extLst>
          </p:cNvPr>
          <p:cNvPicPr>
            <a:picLocks noChangeAspect="1"/>
          </p:cNvPicPr>
          <p:nvPr/>
        </p:nvPicPr>
        <p:blipFill>
          <a:blip r:embed="rId2"/>
          <a:stretch>
            <a:fillRect/>
          </a:stretch>
        </p:blipFill>
        <p:spPr>
          <a:xfrm>
            <a:off x="1795564" y="1840923"/>
            <a:ext cx="8229600" cy="4629150"/>
          </a:xfrm>
          <a:prstGeom prst="rect">
            <a:avLst/>
          </a:prstGeom>
        </p:spPr>
      </p:pic>
    </p:spTree>
    <p:extLst>
      <p:ext uri="{BB962C8B-B14F-4D97-AF65-F5344CB8AC3E}">
        <p14:creationId xmlns:p14="http://schemas.microsoft.com/office/powerpoint/2010/main" val="3498153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E4FB870-6B5F-BCFC-FE68-5F08948EE65F}"/>
              </a:ext>
            </a:extLst>
          </p:cNvPr>
          <p:cNvSpPr>
            <a:spLocks noGrp="1"/>
          </p:cNvSpPr>
          <p:nvPr>
            <p:ph type="title"/>
          </p:nvPr>
        </p:nvSpPr>
        <p:spPr/>
        <p:txBody>
          <a:bodyPr/>
          <a:lstStyle/>
          <a:p>
            <a:r>
              <a:rPr lang="en-US" dirty="0"/>
              <a:t>Bonus dashboard with html</a:t>
            </a:r>
            <a:endParaRPr lang="en-EG" dirty="0"/>
          </a:p>
        </p:txBody>
      </p:sp>
      <p:pic>
        <p:nvPicPr>
          <p:cNvPr id="4" name="Picture 3">
            <a:extLst>
              <a:ext uri="{FF2B5EF4-FFF2-40B4-BE49-F238E27FC236}">
                <a16:creationId xmlns:a16="http://schemas.microsoft.com/office/drawing/2014/main" id="{B31C7B1A-4E36-41C5-8F85-CCD269FA08F8}"/>
              </a:ext>
            </a:extLst>
          </p:cNvPr>
          <p:cNvPicPr>
            <a:picLocks noChangeAspect="1"/>
          </p:cNvPicPr>
          <p:nvPr/>
        </p:nvPicPr>
        <p:blipFill>
          <a:blip r:embed="rId2"/>
          <a:srcRect/>
          <a:stretch/>
        </p:blipFill>
        <p:spPr>
          <a:xfrm>
            <a:off x="1795564" y="1840923"/>
            <a:ext cx="8229600" cy="4629150"/>
          </a:xfrm>
          <a:prstGeom prst="rect">
            <a:avLst/>
          </a:prstGeom>
        </p:spPr>
      </p:pic>
    </p:spTree>
    <p:extLst>
      <p:ext uri="{BB962C8B-B14F-4D97-AF65-F5344CB8AC3E}">
        <p14:creationId xmlns:p14="http://schemas.microsoft.com/office/powerpoint/2010/main" val="3813848147"/>
      </p:ext>
    </p:extLst>
  </p:cSld>
  <p:clrMapOvr>
    <a:masterClrMapping/>
  </p:clrMapOvr>
</p:sld>
</file>

<file path=ppt/theme/theme1.xml><?xml version="1.0" encoding="utf-8"?>
<a:theme xmlns:a="http://schemas.openxmlformats.org/drawingml/2006/main" name="Office Theme">
  <a:themeElements>
    <a:clrScheme name="NTI Brand">
      <a:dk1>
        <a:srgbClr val="000000"/>
      </a:dk1>
      <a:lt1>
        <a:srgbClr val="FFFFFF"/>
      </a:lt1>
      <a:dk2>
        <a:srgbClr val="06588F"/>
      </a:dk2>
      <a:lt2>
        <a:srgbClr val="FFFFFF"/>
      </a:lt2>
      <a:accent1>
        <a:srgbClr val="0E639E"/>
      </a:accent1>
      <a:accent2>
        <a:srgbClr val="E9A713"/>
      </a:accent2>
      <a:accent3>
        <a:srgbClr val="EA7355"/>
      </a:accent3>
      <a:accent4>
        <a:srgbClr val="4FA9AC"/>
      </a:accent4>
      <a:accent5>
        <a:srgbClr val="43BCFF"/>
      </a:accent5>
      <a:accent6>
        <a:srgbClr val="6079C2"/>
      </a:accent6>
      <a:hlink>
        <a:srgbClr val="688CC1"/>
      </a:hlink>
      <a:folHlink>
        <a:srgbClr val="3EBBF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TI &amp; ESE" id="{1E3C099D-4D26-3541-9A32-31697215961B}" vid="{7F984A55-E95C-A54B-B073-2F5FB430A04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207</TotalTime>
  <Words>166</Words>
  <Application>Microsoft Office PowerPoint</Application>
  <PresentationFormat>Widescreen</PresentationFormat>
  <Paragraphs>31</Paragraphs>
  <Slides>17</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Poppins Medium</vt:lpstr>
      <vt:lpstr>Calibri</vt:lpstr>
      <vt:lpstr>Office Theme</vt:lpstr>
      <vt:lpstr>PowerPoint Presentation</vt:lpstr>
      <vt:lpstr>The Team</vt:lpstr>
      <vt:lpstr> problem statement </vt:lpstr>
      <vt:lpstr>PowerPoint Presentation</vt:lpstr>
      <vt:lpstr>dashboard</vt:lpstr>
      <vt:lpstr>dashboard</vt:lpstr>
      <vt:lpstr>dashboard</vt:lpstr>
      <vt:lpstr>Machine learning</vt:lpstr>
      <vt:lpstr>Machine learning</vt:lpstr>
      <vt:lpstr>Deployment using gradio</vt:lpstr>
      <vt:lpstr>Deployment using gradio</vt:lpstr>
      <vt:lpstr>Deployment using gradio</vt:lpstr>
      <vt:lpstr>Bonus dashboard with html</vt:lpstr>
      <vt:lpstr>Bonus dashboard with html</vt:lpstr>
      <vt:lpstr>Bonus dashboard with html</vt:lpstr>
      <vt:lpstr>Bonus dashboard with html</vt:lpstr>
      <vt:lpstr>Bonus dashboard with html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Sally Samir</dc:creator>
  <cp:lastModifiedBy>smart</cp:lastModifiedBy>
  <cp:revision>29</cp:revision>
  <dcterms:created xsi:type="dcterms:W3CDTF">2026-03-27T11:30:08Z</dcterms:created>
  <dcterms:modified xsi:type="dcterms:W3CDTF">2026-08-01T22:22:03Z</dcterms:modified>
</cp:coreProperties>
</file>